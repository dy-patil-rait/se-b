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675" r:id="rId2"/>
    <p:sldMasterId id="2147483690" r:id="rId3"/>
  </p:sldMasterIdLst>
  <p:notesMasterIdLst>
    <p:notesMasterId r:id="rId44"/>
  </p:notesMasterIdLst>
  <p:sldIdLst>
    <p:sldId id="267" r:id="rId4"/>
    <p:sldId id="463" r:id="rId5"/>
    <p:sldId id="442" r:id="rId6"/>
    <p:sldId id="468" r:id="rId7"/>
    <p:sldId id="407" r:id="rId8"/>
    <p:sldId id="408" r:id="rId9"/>
    <p:sldId id="393" r:id="rId10"/>
    <p:sldId id="444" r:id="rId11"/>
    <p:sldId id="413" r:id="rId12"/>
    <p:sldId id="436" r:id="rId13"/>
    <p:sldId id="445" r:id="rId14"/>
    <p:sldId id="467" r:id="rId15"/>
    <p:sldId id="447" r:id="rId16"/>
    <p:sldId id="437" r:id="rId17"/>
    <p:sldId id="438" r:id="rId18"/>
    <p:sldId id="439" r:id="rId19"/>
    <p:sldId id="414" r:id="rId20"/>
    <p:sldId id="440" r:id="rId21"/>
    <p:sldId id="466" r:id="rId22"/>
    <p:sldId id="418" r:id="rId23"/>
    <p:sldId id="469" r:id="rId24"/>
    <p:sldId id="465" r:id="rId25"/>
    <p:sldId id="474" r:id="rId26"/>
    <p:sldId id="475" r:id="rId27"/>
    <p:sldId id="470" r:id="rId28"/>
    <p:sldId id="472" r:id="rId29"/>
    <p:sldId id="422" r:id="rId30"/>
    <p:sldId id="426" r:id="rId31"/>
    <p:sldId id="427" r:id="rId32"/>
    <p:sldId id="428" r:id="rId33"/>
    <p:sldId id="429" r:id="rId34"/>
    <p:sldId id="424" r:id="rId35"/>
    <p:sldId id="430" r:id="rId36"/>
    <p:sldId id="464" r:id="rId37"/>
    <p:sldId id="415" r:id="rId38"/>
    <p:sldId id="419" r:id="rId39"/>
    <p:sldId id="434" r:id="rId40"/>
    <p:sldId id="476" r:id="rId41"/>
    <p:sldId id="477" r:id="rId42"/>
    <p:sldId id="265" r:id="rId4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0021"/>
    <a:srgbClr val="0099CC"/>
    <a:srgbClr val="920000"/>
    <a:srgbClr val="3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7491" autoAdjust="0"/>
  </p:normalViewPr>
  <p:slideViewPr>
    <p:cSldViewPr>
      <p:cViewPr varScale="1">
        <p:scale>
          <a:sx n="81" d="100"/>
          <a:sy n="81" d="100"/>
        </p:scale>
        <p:origin x="149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tableStyles" Target="tableStyle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viewProps" Target="view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F46E417-94EC-4882-B11C-2B35015C24EB}" type="doc">
      <dgm:prSet loTypeId="urn:microsoft.com/office/officeart/2005/8/layout/vList5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B4F1733-D0E3-4C38-91A8-6F5A509F2904}">
      <dgm:prSet custT="1"/>
      <dgm:spPr/>
      <dgm:t>
        <a:bodyPr/>
        <a:lstStyle/>
        <a:p>
          <a:r>
            <a:rPr lang="en-US" sz="2000" dirty="0">
              <a:latin typeface="Source Sans Pro" panose="020B0503030403020204" pitchFamily="34" charset="0"/>
              <a:ea typeface="Source Sans Pro" panose="020B0503030403020204" pitchFamily="34" charset="0"/>
            </a:rPr>
            <a:t>Language close to hardware</a:t>
          </a:r>
          <a:endParaRPr lang="en-IN" sz="2000" dirty="0">
            <a:latin typeface="Source Sans Pro" panose="020B0503030403020204" pitchFamily="34" charset="0"/>
            <a:ea typeface="Source Sans Pro" panose="020B0503030403020204" pitchFamily="34" charset="0"/>
          </a:endParaRPr>
        </a:p>
      </dgm:t>
    </dgm:pt>
    <dgm:pt modelId="{5B509CCD-6DD0-4756-8CDD-E166B50C0676}" type="parTrans" cxnId="{D5BA7534-B5B8-4CF7-8B80-37F68E747436}">
      <dgm:prSet/>
      <dgm:spPr/>
      <dgm:t>
        <a:bodyPr/>
        <a:lstStyle/>
        <a:p>
          <a:endParaRPr lang="en-IN"/>
        </a:p>
      </dgm:t>
    </dgm:pt>
    <dgm:pt modelId="{11B8D6A8-A15F-43A7-B959-6D5853252F12}" type="sibTrans" cxnId="{D5BA7534-B5B8-4CF7-8B80-37F68E747436}">
      <dgm:prSet/>
      <dgm:spPr/>
      <dgm:t>
        <a:bodyPr/>
        <a:lstStyle/>
        <a:p>
          <a:endParaRPr lang="en-IN"/>
        </a:p>
      </dgm:t>
    </dgm:pt>
    <dgm:pt modelId="{91332CF2-A49A-4ADD-87AD-3848BEEA574B}">
      <dgm:prSet custT="1"/>
      <dgm:spPr/>
      <dgm:t>
        <a:bodyPr/>
        <a:lstStyle/>
        <a:p>
          <a:r>
            <a:rPr lang="en-US" sz="2000" dirty="0">
              <a:latin typeface="Source Sans Pro" panose="020B0503030403020204" pitchFamily="34" charset="0"/>
              <a:ea typeface="Source Sans Pro" panose="020B0503030403020204" pitchFamily="34" charset="0"/>
            </a:rPr>
            <a:t>Easy to understanding </a:t>
          </a:r>
          <a:endParaRPr lang="en-IN" sz="2000" dirty="0">
            <a:latin typeface="Source Sans Pro" panose="020B0503030403020204" pitchFamily="34" charset="0"/>
            <a:ea typeface="Source Sans Pro" panose="020B0503030403020204" pitchFamily="34" charset="0"/>
          </a:endParaRPr>
        </a:p>
      </dgm:t>
    </dgm:pt>
    <dgm:pt modelId="{A4B0E4DD-6AB8-40F4-AE1F-E0835480F1F9}" type="parTrans" cxnId="{0A556580-601A-4816-A61B-47FF14DFAD6F}">
      <dgm:prSet/>
      <dgm:spPr/>
      <dgm:t>
        <a:bodyPr/>
        <a:lstStyle/>
        <a:p>
          <a:endParaRPr lang="en-IN"/>
        </a:p>
      </dgm:t>
    </dgm:pt>
    <dgm:pt modelId="{7B0A8227-3D21-4DB4-A41B-3DD259C782E0}" type="sibTrans" cxnId="{0A556580-601A-4816-A61B-47FF14DFAD6F}">
      <dgm:prSet/>
      <dgm:spPr/>
      <dgm:t>
        <a:bodyPr/>
        <a:lstStyle/>
        <a:p>
          <a:endParaRPr lang="en-IN"/>
        </a:p>
      </dgm:t>
    </dgm:pt>
    <dgm:pt modelId="{5B9E22F0-15A8-4D9F-9A47-AC08603A221D}">
      <dgm:prSet custT="1"/>
      <dgm:spPr/>
      <dgm:t>
        <a:bodyPr/>
        <a:lstStyle/>
        <a:p>
          <a:r>
            <a:rPr lang="en-US" sz="2000" dirty="0">
              <a:latin typeface="Source Sans Pro" panose="020B0503030403020204" pitchFamily="34" charset="0"/>
              <a:ea typeface="Source Sans Pro" panose="020B0503030403020204" pitchFamily="34" charset="0"/>
            </a:rPr>
            <a:t>Millions of software developers use C++,Java</a:t>
          </a:r>
          <a:endParaRPr lang="en-IN" sz="2000" dirty="0">
            <a:latin typeface="Source Sans Pro" panose="020B0503030403020204" pitchFamily="34" charset="0"/>
            <a:ea typeface="Source Sans Pro" panose="020B0503030403020204" pitchFamily="34" charset="0"/>
          </a:endParaRPr>
        </a:p>
      </dgm:t>
    </dgm:pt>
    <dgm:pt modelId="{42A6DEF7-7429-4B25-9926-7811EFB9D14C}" type="parTrans" cxnId="{E4B0578E-5478-42B9-B351-800D2EE16613}">
      <dgm:prSet/>
      <dgm:spPr/>
      <dgm:t>
        <a:bodyPr/>
        <a:lstStyle/>
        <a:p>
          <a:endParaRPr lang="en-IN"/>
        </a:p>
      </dgm:t>
    </dgm:pt>
    <dgm:pt modelId="{1532A8FF-BE3B-4B80-9BD6-8B6803F90F11}" type="sibTrans" cxnId="{E4B0578E-5478-42B9-B351-800D2EE16613}">
      <dgm:prSet/>
      <dgm:spPr/>
      <dgm:t>
        <a:bodyPr/>
        <a:lstStyle/>
        <a:p>
          <a:endParaRPr lang="en-IN"/>
        </a:p>
      </dgm:t>
    </dgm:pt>
    <dgm:pt modelId="{0F1A24B5-D8FF-479F-833F-6D336CC34BC0}">
      <dgm:prSet custT="1"/>
      <dgm:spPr/>
      <dgm:t>
        <a:bodyPr/>
        <a:lstStyle/>
        <a:p>
          <a:r>
            <a:rPr lang="en-US" sz="2000" dirty="0">
              <a:latin typeface="Source Sans Pro" panose="020B0503030403020204" pitchFamily="34" charset="0"/>
              <a:ea typeface="Source Sans Pro" panose="020B0503030403020204" pitchFamily="34" charset="0"/>
            </a:rPr>
            <a:t>C++, Java is the most widely used programming languages</a:t>
          </a:r>
          <a:endParaRPr lang="en-IN" sz="2000" dirty="0">
            <a:latin typeface="Source Sans Pro" panose="020B0503030403020204" pitchFamily="34" charset="0"/>
            <a:ea typeface="Source Sans Pro" panose="020B0503030403020204" pitchFamily="34" charset="0"/>
          </a:endParaRPr>
        </a:p>
      </dgm:t>
    </dgm:pt>
    <dgm:pt modelId="{EDDE0C41-B050-4B7D-A73D-A1AB51EEA045}" type="parTrans" cxnId="{FBDAA4FB-4047-4035-8366-DEC040DD9549}">
      <dgm:prSet/>
      <dgm:spPr/>
      <dgm:t>
        <a:bodyPr/>
        <a:lstStyle/>
        <a:p>
          <a:endParaRPr lang="en-IN"/>
        </a:p>
      </dgm:t>
    </dgm:pt>
    <dgm:pt modelId="{4FCD3FCC-44F0-4D57-9D52-CDDA4CACA1F7}" type="sibTrans" cxnId="{FBDAA4FB-4047-4035-8366-DEC040DD9549}">
      <dgm:prSet/>
      <dgm:spPr/>
      <dgm:t>
        <a:bodyPr/>
        <a:lstStyle/>
        <a:p>
          <a:endParaRPr lang="en-IN"/>
        </a:p>
      </dgm:t>
    </dgm:pt>
    <dgm:pt modelId="{5C334FFB-2C98-4FD5-80D5-A23EBFDF4328}">
      <dgm:prSet custT="1"/>
      <dgm:spPr/>
      <dgm:t>
        <a:bodyPr/>
        <a:lstStyle/>
        <a:p>
          <a:r>
            <a:rPr lang="en-US" sz="2000" dirty="0">
              <a:latin typeface="Source Sans Pro" panose="020B0503030403020204" pitchFamily="34" charset="0"/>
              <a:ea typeface="Source Sans Pro" panose="020B0503030403020204" pitchFamily="34" charset="0"/>
            </a:rPr>
            <a:t>Hardware</a:t>
          </a:r>
          <a:endParaRPr lang="en-IN" sz="2000" dirty="0">
            <a:latin typeface="Source Sans Pro" panose="020B0503030403020204" pitchFamily="34" charset="0"/>
            <a:ea typeface="Source Sans Pro" panose="020B0503030403020204" pitchFamily="34" charset="0"/>
          </a:endParaRPr>
        </a:p>
      </dgm:t>
    </dgm:pt>
    <dgm:pt modelId="{E5BC7071-3151-410A-BCD6-DEFF56DD9A1F}" type="parTrans" cxnId="{114C6D32-985C-4F2E-9154-1EE5D861B420}">
      <dgm:prSet/>
      <dgm:spPr/>
      <dgm:t>
        <a:bodyPr/>
        <a:lstStyle/>
        <a:p>
          <a:endParaRPr lang="en-IN"/>
        </a:p>
      </dgm:t>
    </dgm:pt>
    <dgm:pt modelId="{A5C8959B-ED52-4E3D-BD08-831D6793708B}" type="sibTrans" cxnId="{114C6D32-985C-4F2E-9154-1EE5D861B420}">
      <dgm:prSet/>
      <dgm:spPr/>
      <dgm:t>
        <a:bodyPr/>
        <a:lstStyle/>
        <a:p>
          <a:endParaRPr lang="en-IN"/>
        </a:p>
      </dgm:t>
    </dgm:pt>
    <dgm:pt modelId="{4FA2CB4E-333C-4ABD-BB16-E95221DC36D5}">
      <dgm:prSet custT="1"/>
      <dgm:spPr/>
      <dgm:t>
        <a:bodyPr/>
        <a:lstStyle/>
        <a:p>
          <a:r>
            <a:rPr lang="en-US" sz="2000" dirty="0">
              <a:latin typeface="Source Sans Pro" panose="020B0503030403020204" pitchFamily="34" charset="0"/>
              <a:ea typeface="Source Sans Pro" panose="020B0503030403020204" pitchFamily="34" charset="0"/>
            </a:rPr>
            <a:t>Object Oriented Programming </a:t>
          </a:r>
          <a:endParaRPr lang="en-IN" sz="2000" dirty="0">
            <a:latin typeface="Source Sans Pro" panose="020B0503030403020204" pitchFamily="34" charset="0"/>
            <a:ea typeface="Source Sans Pro" panose="020B0503030403020204" pitchFamily="34" charset="0"/>
          </a:endParaRPr>
        </a:p>
      </dgm:t>
    </dgm:pt>
    <dgm:pt modelId="{90C43B43-E07B-4BE6-BBD6-911C96BB7707}" type="parTrans" cxnId="{0CEA2DE4-8ABD-4EC4-8DF2-DDB0A2290C73}">
      <dgm:prSet/>
      <dgm:spPr/>
      <dgm:t>
        <a:bodyPr/>
        <a:lstStyle/>
        <a:p>
          <a:endParaRPr lang="en-IN"/>
        </a:p>
      </dgm:t>
    </dgm:pt>
    <dgm:pt modelId="{ED58A102-1FDE-44EB-9E53-325A27246149}" type="sibTrans" cxnId="{0CEA2DE4-8ABD-4EC4-8DF2-DDB0A2290C73}">
      <dgm:prSet/>
      <dgm:spPr/>
      <dgm:t>
        <a:bodyPr/>
        <a:lstStyle/>
        <a:p>
          <a:endParaRPr lang="en-IN"/>
        </a:p>
      </dgm:t>
    </dgm:pt>
    <dgm:pt modelId="{C786D028-CD66-4071-A764-91790A2E8C0E}">
      <dgm:prSet custT="1"/>
      <dgm:spPr/>
      <dgm:t>
        <a:bodyPr/>
        <a:lstStyle/>
        <a:p>
          <a:r>
            <a:rPr lang="en-US" sz="2000" dirty="0">
              <a:latin typeface="Source Sans Pro" panose="020B0503030403020204" pitchFamily="34" charset="0"/>
              <a:ea typeface="Source Sans Pro" panose="020B0503030403020204" pitchFamily="34" charset="0"/>
            </a:rPr>
            <a:t>Software Developers Choice </a:t>
          </a:r>
          <a:endParaRPr lang="en-IN" sz="2000" dirty="0">
            <a:latin typeface="Source Sans Pro" panose="020B0503030403020204" pitchFamily="34" charset="0"/>
            <a:ea typeface="Source Sans Pro" panose="020B0503030403020204" pitchFamily="34" charset="0"/>
          </a:endParaRPr>
        </a:p>
      </dgm:t>
    </dgm:pt>
    <dgm:pt modelId="{CD1AB7D1-CBBE-41AE-BDF3-8A5C81BD92D2}" type="parTrans" cxnId="{60FDF819-78CB-46F9-A6F7-B85E6442E824}">
      <dgm:prSet/>
      <dgm:spPr/>
      <dgm:t>
        <a:bodyPr/>
        <a:lstStyle/>
        <a:p>
          <a:endParaRPr lang="en-IN"/>
        </a:p>
      </dgm:t>
    </dgm:pt>
    <dgm:pt modelId="{C0B26E0C-00DC-45FB-986D-1DA7711451B8}" type="sibTrans" cxnId="{60FDF819-78CB-46F9-A6F7-B85E6442E824}">
      <dgm:prSet/>
      <dgm:spPr/>
      <dgm:t>
        <a:bodyPr/>
        <a:lstStyle/>
        <a:p>
          <a:endParaRPr lang="en-IN"/>
        </a:p>
      </dgm:t>
    </dgm:pt>
    <dgm:pt modelId="{58E7071C-40C7-44DB-AE52-96BEEBC7FD4F}">
      <dgm:prSet custT="1"/>
      <dgm:spPr/>
      <dgm:t>
        <a:bodyPr/>
        <a:lstStyle/>
        <a:p>
          <a:r>
            <a:rPr lang="en-US" sz="2000" dirty="0">
              <a:latin typeface="Source Sans Pro" panose="020B0503030403020204" pitchFamily="34" charset="0"/>
              <a:ea typeface="Source Sans Pro" panose="020B0503030403020204" pitchFamily="34" charset="0"/>
            </a:rPr>
            <a:t>Application And System Programming.</a:t>
          </a:r>
          <a:endParaRPr lang="en-IN" sz="2000" dirty="0">
            <a:latin typeface="Source Sans Pro" panose="020B0503030403020204" pitchFamily="34" charset="0"/>
            <a:ea typeface="Source Sans Pro" panose="020B0503030403020204" pitchFamily="34" charset="0"/>
          </a:endParaRPr>
        </a:p>
      </dgm:t>
    </dgm:pt>
    <dgm:pt modelId="{533F9E25-1DA7-41BD-B97C-5298264C18DE}" type="parTrans" cxnId="{89F89DA8-D9FF-45F9-8AB5-5937CBB3D5A4}">
      <dgm:prSet/>
      <dgm:spPr/>
      <dgm:t>
        <a:bodyPr/>
        <a:lstStyle/>
        <a:p>
          <a:endParaRPr lang="en-IN"/>
        </a:p>
      </dgm:t>
    </dgm:pt>
    <dgm:pt modelId="{5924D0DF-EC31-4D29-BACF-2D4931C66890}" type="sibTrans" cxnId="{89F89DA8-D9FF-45F9-8AB5-5937CBB3D5A4}">
      <dgm:prSet/>
      <dgm:spPr/>
      <dgm:t>
        <a:bodyPr/>
        <a:lstStyle/>
        <a:p>
          <a:endParaRPr lang="en-IN"/>
        </a:p>
      </dgm:t>
    </dgm:pt>
    <dgm:pt modelId="{C8215123-02C4-4591-9AF6-FED73538160D}">
      <dgm:prSet custT="1"/>
      <dgm:spPr/>
      <dgm:t>
        <a:bodyPr/>
        <a:lstStyle/>
        <a:p>
          <a:r>
            <a:rPr lang="en-US" sz="2000" dirty="0">
              <a:latin typeface="Source Sans Pro" panose="020B0503030403020204" pitchFamily="34" charset="0"/>
              <a:ea typeface="Source Sans Pro" panose="020B0503030403020204" pitchFamily="34" charset="0"/>
            </a:rPr>
            <a:t>C++, Java really teaches you the difference between compiler, linker and loader, different data types, storage classes, </a:t>
          </a:r>
          <a:endParaRPr lang="en-IN" sz="2000" dirty="0">
            <a:latin typeface="Source Sans Pro" panose="020B0503030403020204" pitchFamily="34" charset="0"/>
            <a:ea typeface="Source Sans Pro" panose="020B0503030403020204" pitchFamily="34" charset="0"/>
          </a:endParaRPr>
        </a:p>
      </dgm:t>
    </dgm:pt>
    <dgm:pt modelId="{8260DAD5-9708-4421-BF40-BC5D5514D6B9}" type="parTrans" cxnId="{8840FAFF-3696-46F5-856F-7132E6434FB5}">
      <dgm:prSet/>
      <dgm:spPr/>
      <dgm:t>
        <a:bodyPr/>
        <a:lstStyle/>
        <a:p>
          <a:endParaRPr lang="en-IN"/>
        </a:p>
      </dgm:t>
    </dgm:pt>
    <dgm:pt modelId="{1209BD0D-CA9B-494D-AE2B-8F0A1FDBB1BE}" type="sibTrans" cxnId="{8840FAFF-3696-46F5-856F-7132E6434FB5}">
      <dgm:prSet/>
      <dgm:spPr/>
      <dgm:t>
        <a:bodyPr/>
        <a:lstStyle/>
        <a:p>
          <a:endParaRPr lang="en-IN"/>
        </a:p>
      </dgm:t>
    </dgm:pt>
    <dgm:pt modelId="{2D7496D0-EBC5-4906-B781-68CC911490B1}">
      <dgm:prSet custT="1"/>
      <dgm:spPr/>
      <dgm:t>
        <a:bodyPr/>
        <a:lstStyle/>
        <a:p>
          <a:r>
            <a:rPr lang="en-US" sz="2000" dirty="0">
              <a:latin typeface="Source Sans Pro" panose="020B0503030403020204" pitchFamily="34" charset="0"/>
              <a:ea typeface="Source Sans Pro" panose="020B0503030403020204" pitchFamily="34" charset="0"/>
            </a:rPr>
            <a:t>Difference Between Compiler, Linker And Loader</a:t>
          </a:r>
          <a:endParaRPr lang="en-IN" sz="2000" dirty="0">
            <a:latin typeface="Source Sans Pro" panose="020B0503030403020204" pitchFamily="34" charset="0"/>
            <a:ea typeface="Source Sans Pro" panose="020B0503030403020204" pitchFamily="34" charset="0"/>
          </a:endParaRPr>
        </a:p>
      </dgm:t>
    </dgm:pt>
    <dgm:pt modelId="{EF15AC79-F0F8-4A4A-94EB-FA7FF5D03833}" type="parTrans" cxnId="{976069BC-3E28-44F6-B194-CAEA0A3621F2}">
      <dgm:prSet/>
      <dgm:spPr/>
      <dgm:t>
        <a:bodyPr/>
        <a:lstStyle/>
        <a:p>
          <a:endParaRPr lang="en-IN"/>
        </a:p>
      </dgm:t>
    </dgm:pt>
    <dgm:pt modelId="{3389D2EE-54FB-4C07-9CB1-878E78BB01A0}" type="sibTrans" cxnId="{976069BC-3E28-44F6-B194-CAEA0A3621F2}">
      <dgm:prSet/>
      <dgm:spPr/>
      <dgm:t>
        <a:bodyPr/>
        <a:lstStyle/>
        <a:p>
          <a:endParaRPr lang="en-IN"/>
        </a:p>
      </dgm:t>
    </dgm:pt>
    <dgm:pt modelId="{A4E80D86-32F3-43C0-805B-22907F0BF5B7}" type="pres">
      <dgm:prSet presAssocID="{0F46E417-94EC-4882-B11C-2B35015C24EB}" presName="Name0" presStyleCnt="0">
        <dgm:presLayoutVars>
          <dgm:dir/>
          <dgm:animLvl val="lvl"/>
          <dgm:resizeHandles val="exact"/>
        </dgm:presLayoutVars>
      </dgm:prSet>
      <dgm:spPr/>
    </dgm:pt>
    <dgm:pt modelId="{10BBC346-37E4-40A7-9459-C8ADD4F0E15B}" type="pres">
      <dgm:prSet presAssocID="{5C334FFB-2C98-4FD5-80D5-A23EBFDF4328}" presName="linNode" presStyleCnt="0"/>
      <dgm:spPr/>
    </dgm:pt>
    <dgm:pt modelId="{446ABBFD-2D84-42AD-AB3E-5BF6FF1E2A75}" type="pres">
      <dgm:prSet presAssocID="{5C334FFB-2C98-4FD5-80D5-A23EBFDF4328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33CE2F3F-6A8A-4F91-978A-BA34E93923C8}" type="pres">
      <dgm:prSet presAssocID="{5C334FFB-2C98-4FD5-80D5-A23EBFDF4328}" presName="descendantText" presStyleLbl="alignAccFollowNode1" presStyleIdx="0" presStyleCnt="5">
        <dgm:presLayoutVars>
          <dgm:bulletEnabled val="1"/>
        </dgm:presLayoutVars>
      </dgm:prSet>
      <dgm:spPr/>
    </dgm:pt>
    <dgm:pt modelId="{E38C2A6A-F9F8-4840-8B2F-1FB555A144C3}" type="pres">
      <dgm:prSet presAssocID="{A5C8959B-ED52-4E3D-BD08-831D6793708B}" presName="sp" presStyleCnt="0"/>
      <dgm:spPr/>
    </dgm:pt>
    <dgm:pt modelId="{A8374B85-B992-4916-BB7F-3969370C6F5A}" type="pres">
      <dgm:prSet presAssocID="{4FA2CB4E-333C-4ABD-BB16-E95221DC36D5}" presName="linNode" presStyleCnt="0"/>
      <dgm:spPr/>
    </dgm:pt>
    <dgm:pt modelId="{E359E105-79B0-41FC-8DA0-5242A1D7BA82}" type="pres">
      <dgm:prSet presAssocID="{4FA2CB4E-333C-4ABD-BB16-E95221DC36D5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9FE04B18-A0AF-40D4-8658-66EA86975DA1}" type="pres">
      <dgm:prSet presAssocID="{4FA2CB4E-333C-4ABD-BB16-E95221DC36D5}" presName="descendantText" presStyleLbl="alignAccFollowNode1" presStyleIdx="1" presStyleCnt="5">
        <dgm:presLayoutVars>
          <dgm:bulletEnabled val="1"/>
        </dgm:presLayoutVars>
      </dgm:prSet>
      <dgm:spPr/>
    </dgm:pt>
    <dgm:pt modelId="{2B8D9318-6A5C-45B1-9230-3D0D69FBF29D}" type="pres">
      <dgm:prSet presAssocID="{ED58A102-1FDE-44EB-9E53-325A27246149}" presName="sp" presStyleCnt="0"/>
      <dgm:spPr/>
    </dgm:pt>
    <dgm:pt modelId="{30BB4750-6673-493D-9EF4-3DD75C66517F}" type="pres">
      <dgm:prSet presAssocID="{C786D028-CD66-4071-A764-91790A2E8C0E}" presName="linNode" presStyleCnt="0"/>
      <dgm:spPr/>
    </dgm:pt>
    <dgm:pt modelId="{1F74FCDB-DC2A-48CC-AD4B-ECD54CC969B0}" type="pres">
      <dgm:prSet presAssocID="{C786D028-CD66-4071-A764-91790A2E8C0E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49CF700B-C9F5-4C54-A63C-91F64ECA6B52}" type="pres">
      <dgm:prSet presAssocID="{C786D028-CD66-4071-A764-91790A2E8C0E}" presName="descendantText" presStyleLbl="alignAccFollowNode1" presStyleIdx="2" presStyleCnt="5">
        <dgm:presLayoutVars>
          <dgm:bulletEnabled val="1"/>
        </dgm:presLayoutVars>
      </dgm:prSet>
      <dgm:spPr/>
    </dgm:pt>
    <dgm:pt modelId="{FD1BC576-88EE-4F95-B79F-4021CFB8592B}" type="pres">
      <dgm:prSet presAssocID="{C0B26E0C-00DC-45FB-986D-1DA7711451B8}" presName="sp" presStyleCnt="0"/>
      <dgm:spPr/>
    </dgm:pt>
    <dgm:pt modelId="{CE87C4F1-2B28-47A6-ACF8-2BB23D46A337}" type="pres">
      <dgm:prSet presAssocID="{58E7071C-40C7-44DB-AE52-96BEEBC7FD4F}" presName="linNode" presStyleCnt="0"/>
      <dgm:spPr/>
    </dgm:pt>
    <dgm:pt modelId="{E71E9338-FDEB-4122-91F3-330D0B37C5CE}" type="pres">
      <dgm:prSet presAssocID="{58E7071C-40C7-44DB-AE52-96BEEBC7FD4F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38D2ED56-4519-4111-9523-5B2BEE86CF9E}" type="pres">
      <dgm:prSet presAssocID="{58E7071C-40C7-44DB-AE52-96BEEBC7FD4F}" presName="descendantText" presStyleLbl="alignAccFollowNode1" presStyleIdx="3" presStyleCnt="5">
        <dgm:presLayoutVars>
          <dgm:bulletEnabled val="1"/>
        </dgm:presLayoutVars>
      </dgm:prSet>
      <dgm:spPr/>
    </dgm:pt>
    <dgm:pt modelId="{51518361-5A74-497B-80D9-A3749D9B5CD2}" type="pres">
      <dgm:prSet presAssocID="{5924D0DF-EC31-4D29-BACF-2D4931C66890}" presName="sp" presStyleCnt="0"/>
      <dgm:spPr/>
    </dgm:pt>
    <dgm:pt modelId="{1C231671-994F-4BE9-9659-43C876516193}" type="pres">
      <dgm:prSet presAssocID="{2D7496D0-EBC5-4906-B781-68CC911490B1}" presName="linNode" presStyleCnt="0"/>
      <dgm:spPr/>
    </dgm:pt>
    <dgm:pt modelId="{A4BDF4F7-B355-45CE-9E05-DE97C29C3D30}" type="pres">
      <dgm:prSet presAssocID="{2D7496D0-EBC5-4906-B781-68CC911490B1}" presName="parentText" presStyleLbl="node1" presStyleIdx="4" presStyleCnt="5">
        <dgm:presLayoutVars>
          <dgm:chMax val="1"/>
          <dgm:bulletEnabled val="1"/>
        </dgm:presLayoutVars>
      </dgm:prSet>
      <dgm:spPr/>
    </dgm:pt>
    <dgm:pt modelId="{90385DB9-A634-4AC7-88D7-060A17F147FD}" type="pres">
      <dgm:prSet presAssocID="{2D7496D0-EBC5-4906-B781-68CC911490B1}" presName="descendantText" presStyleLbl="alignAccFollowNode1" presStyleIdx="4" presStyleCnt="5">
        <dgm:presLayoutVars>
          <dgm:bulletEnabled val="1"/>
        </dgm:presLayoutVars>
      </dgm:prSet>
      <dgm:spPr/>
    </dgm:pt>
  </dgm:ptLst>
  <dgm:cxnLst>
    <dgm:cxn modelId="{60FDF819-78CB-46F9-A6F7-B85E6442E824}" srcId="{0F46E417-94EC-4882-B11C-2B35015C24EB}" destId="{C786D028-CD66-4071-A764-91790A2E8C0E}" srcOrd="2" destOrd="0" parTransId="{CD1AB7D1-CBBE-41AE-BDF3-8A5C81BD92D2}" sibTransId="{C0B26E0C-00DC-45FB-986D-1DA7711451B8}"/>
    <dgm:cxn modelId="{114C6D32-985C-4F2E-9154-1EE5D861B420}" srcId="{0F46E417-94EC-4882-B11C-2B35015C24EB}" destId="{5C334FFB-2C98-4FD5-80D5-A23EBFDF4328}" srcOrd="0" destOrd="0" parTransId="{E5BC7071-3151-410A-BCD6-DEFF56DD9A1F}" sibTransId="{A5C8959B-ED52-4E3D-BD08-831D6793708B}"/>
    <dgm:cxn modelId="{D5BA7534-B5B8-4CF7-8B80-37F68E747436}" srcId="{5C334FFB-2C98-4FD5-80D5-A23EBFDF4328}" destId="{CB4F1733-D0E3-4C38-91A8-6F5A509F2904}" srcOrd="0" destOrd="0" parTransId="{5B509CCD-6DD0-4756-8CDD-E166B50C0676}" sibTransId="{11B8D6A8-A15F-43A7-B959-6D5853252F12}"/>
    <dgm:cxn modelId="{98CF5B41-EA27-41CB-B3BE-7A6DC1DE34F0}" type="presOf" srcId="{C8215123-02C4-4591-9AF6-FED73538160D}" destId="{90385DB9-A634-4AC7-88D7-060A17F147FD}" srcOrd="0" destOrd="0" presId="urn:microsoft.com/office/officeart/2005/8/layout/vList5"/>
    <dgm:cxn modelId="{73FCDC68-0916-49E8-8B40-9EDE10DB3D75}" type="presOf" srcId="{58E7071C-40C7-44DB-AE52-96BEEBC7FD4F}" destId="{E71E9338-FDEB-4122-91F3-330D0B37C5CE}" srcOrd="0" destOrd="0" presId="urn:microsoft.com/office/officeart/2005/8/layout/vList5"/>
    <dgm:cxn modelId="{473D1F6D-AE7A-419E-84ED-94209861A0FF}" type="presOf" srcId="{91332CF2-A49A-4ADD-87AD-3848BEEA574B}" destId="{9FE04B18-A0AF-40D4-8658-66EA86975DA1}" srcOrd="0" destOrd="0" presId="urn:microsoft.com/office/officeart/2005/8/layout/vList5"/>
    <dgm:cxn modelId="{3AA67453-E707-4FE1-9B88-02BA26D5287E}" type="presOf" srcId="{5C334FFB-2C98-4FD5-80D5-A23EBFDF4328}" destId="{446ABBFD-2D84-42AD-AB3E-5BF6FF1E2A75}" srcOrd="0" destOrd="0" presId="urn:microsoft.com/office/officeart/2005/8/layout/vList5"/>
    <dgm:cxn modelId="{DC66D776-7CD7-4749-8B68-BAE84BD50C2D}" type="presOf" srcId="{2D7496D0-EBC5-4906-B781-68CC911490B1}" destId="{A4BDF4F7-B355-45CE-9E05-DE97C29C3D30}" srcOrd="0" destOrd="0" presId="urn:microsoft.com/office/officeart/2005/8/layout/vList5"/>
    <dgm:cxn modelId="{4DABB957-327E-447B-AD34-59FFBAED0487}" type="presOf" srcId="{CB4F1733-D0E3-4C38-91A8-6F5A509F2904}" destId="{33CE2F3F-6A8A-4F91-978A-BA34E93923C8}" srcOrd="0" destOrd="0" presId="urn:microsoft.com/office/officeart/2005/8/layout/vList5"/>
    <dgm:cxn modelId="{0A556580-601A-4816-A61B-47FF14DFAD6F}" srcId="{4FA2CB4E-333C-4ABD-BB16-E95221DC36D5}" destId="{91332CF2-A49A-4ADD-87AD-3848BEEA574B}" srcOrd="0" destOrd="0" parTransId="{A4B0E4DD-6AB8-40F4-AE1F-E0835480F1F9}" sibTransId="{7B0A8227-3D21-4DB4-A41B-3DD259C782E0}"/>
    <dgm:cxn modelId="{C991A988-DA90-4FFB-8DC2-E8CE07169793}" type="presOf" srcId="{C786D028-CD66-4071-A764-91790A2E8C0E}" destId="{1F74FCDB-DC2A-48CC-AD4B-ECD54CC969B0}" srcOrd="0" destOrd="0" presId="urn:microsoft.com/office/officeart/2005/8/layout/vList5"/>
    <dgm:cxn modelId="{E4B0578E-5478-42B9-B351-800D2EE16613}" srcId="{C786D028-CD66-4071-A764-91790A2E8C0E}" destId="{5B9E22F0-15A8-4D9F-9A47-AC08603A221D}" srcOrd="0" destOrd="0" parTransId="{42A6DEF7-7429-4B25-9926-7811EFB9D14C}" sibTransId="{1532A8FF-BE3B-4B80-9BD6-8B6803F90F11}"/>
    <dgm:cxn modelId="{178FDDA1-B9EB-4E96-AF0A-29D88F8E67C9}" type="presOf" srcId="{5B9E22F0-15A8-4D9F-9A47-AC08603A221D}" destId="{49CF700B-C9F5-4C54-A63C-91F64ECA6B52}" srcOrd="0" destOrd="0" presId="urn:microsoft.com/office/officeart/2005/8/layout/vList5"/>
    <dgm:cxn modelId="{89F89DA8-D9FF-45F9-8AB5-5937CBB3D5A4}" srcId="{0F46E417-94EC-4882-B11C-2B35015C24EB}" destId="{58E7071C-40C7-44DB-AE52-96BEEBC7FD4F}" srcOrd="3" destOrd="0" parTransId="{533F9E25-1DA7-41BD-B97C-5298264C18DE}" sibTransId="{5924D0DF-EC31-4D29-BACF-2D4931C66890}"/>
    <dgm:cxn modelId="{E75C92AA-2531-4B17-9E1D-606F57849A68}" type="presOf" srcId="{0F1A24B5-D8FF-479F-833F-6D336CC34BC0}" destId="{38D2ED56-4519-4111-9523-5B2BEE86CF9E}" srcOrd="0" destOrd="0" presId="urn:microsoft.com/office/officeart/2005/8/layout/vList5"/>
    <dgm:cxn modelId="{976069BC-3E28-44F6-B194-CAEA0A3621F2}" srcId="{0F46E417-94EC-4882-B11C-2B35015C24EB}" destId="{2D7496D0-EBC5-4906-B781-68CC911490B1}" srcOrd="4" destOrd="0" parTransId="{EF15AC79-F0F8-4A4A-94EB-FA7FF5D03833}" sibTransId="{3389D2EE-54FB-4C07-9CB1-878E78BB01A0}"/>
    <dgm:cxn modelId="{F9D2FFDF-BBE2-41E9-BF1F-692D7260464E}" type="presOf" srcId="{0F46E417-94EC-4882-B11C-2B35015C24EB}" destId="{A4E80D86-32F3-43C0-805B-22907F0BF5B7}" srcOrd="0" destOrd="0" presId="urn:microsoft.com/office/officeart/2005/8/layout/vList5"/>
    <dgm:cxn modelId="{0CEA2DE4-8ABD-4EC4-8DF2-DDB0A2290C73}" srcId="{0F46E417-94EC-4882-B11C-2B35015C24EB}" destId="{4FA2CB4E-333C-4ABD-BB16-E95221DC36D5}" srcOrd="1" destOrd="0" parTransId="{90C43B43-E07B-4BE6-BBD6-911C96BB7707}" sibTransId="{ED58A102-1FDE-44EB-9E53-325A27246149}"/>
    <dgm:cxn modelId="{041305E7-B84A-409E-BE7D-2F36788EAF09}" type="presOf" srcId="{4FA2CB4E-333C-4ABD-BB16-E95221DC36D5}" destId="{E359E105-79B0-41FC-8DA0-5242A1D7BA82}" srcOrd="0" destOrd="0" presId="urn:microsoft.com/office/officeart/2005/8/layout/vList5"/>
    <dgm:cxn modelId="{FBDAA4FB-4047-4035-8366-DEC040DD9549}" srcId="{58E7071C-40C7-44DB-AE52-96BEEBC7FD4F}" destId="{0F1A24B5-D8FF-479F-833F-6D336CC34BC0}" srcOrd="0" destOrd="0" parTransId="{EDDE0C41-B050-4B7D-A73D-A1AB51EEA045}" sibTransId="{4FCD3FCC-44F0-4D57-9D52-CDDA4CACA1F7}"/>
    <dgm:cxn modelId="{8840FAFF-3696-46F5-856F-7132E6434FB5}" srcId="{2D7496D0-EBC5-4906-B781-68CC911490B1}" destId="{C8215123-02C4-4591-9AF6-FED73538160D}" srcOrd="0" destOrd="0" parTransId="{8260DAD5-9708-4421-BF40-BC5D5514D6B9}" sibTransId="{1209BD0D-CA9B-494D-AE2B-8F0A1FDBB1BE}"/>
    <dgm:cxn modelId="{C24B0CBB-721F-4A3D-8833-9FA1009C4AE1}" type="presParOf" srcId="{A4E80D86-32F3-43C0-805B-22907F0BF5B7}" destId="{10BBC346-37E4-40A7-9459-C8ADD4F0E15B}" srcOrd="0" destOrd="0" presId="urn:microsoft.com/office/officeart/2005/8/layout/vList5"/>
    <dgm:cxn modelId="{41797E51-BB43-480C-A001-1C12BBDC7B28}" type="presParOf" srcId="{10BBC346-37E4-40A7-9459-C8ADD4F0E15B}" destId="{446ABBFD-2D84-42AD-AB3E-5BF6FF1E2A75}" srcOrd="0" destOrd="0" presId="urn:microsoft.com/office/officeart/2005/8/layout/vList5"/>
    <dgm:cxn modelId="{F61DF33A-1472-4FE1-8EF0-1B405F11B7E9}" type="presParOf" srcId="{10BBC346-37E4-40A7-9459-C8ADD4F0E15B}" destId="{33CE2F3F-6A8A-4F91-978A-BA34E93923C8}" srcOrd="1" destOrd="0" presId="urn:microsoft.com/office/officeart/2005/8/layout/vList5"/>
    <dgm:cxn modelId="{BB9458F0-FB7F-416B-B065-188867D551C8}" type="presParOf" srcId="{A4E80D86-32F3-43C0-805B-22907F0BF5B7}" destId="{E38C2A6A-F9F8-4840-8B2F-1FB555A144C3}" srcOrd="1" destOrd="0" presId="urn:microsoft.com/office/officeart/2005/8/layout/vList5"/>
    <dgm:cxn modelId="{B7F8FD70-A159-4788-B0E8-842D3986118A}" type="presParOf" srcId="{A4E80D86-32F3-43C0-805B-22907F0BF5B7}" destId="{A8374B85-B992-4916-BB7F-3969370C6F5A}" srcOrd="2" destOrd="0" presId="urn:microsoft.com/office/officeart/2005/8/layout/vList5"/>
    <dgm:cxn modelId="{CA494943-4A89-46E3-8979-2D7DB38E8627}" type="presParOf" srcId="{A8374B85-B992-4916-BB7F-3969370C6F5A}" destId="{E359E105-79B0-41FC-8DA0-5242A1D7BA82}" srcOrd="0" destOrd="0" presId="urn:microsoft.com/office/officeart/2005/8/layout/vList5"/>
    <dgm:cxn modelId="{0AD11418-6A2E-4C39-A744-764D1F0ACEBA}" type="presParOf" srcId="{A8374B85-B992-4916-BB7F-3969370C6F5A}" destId="{9FE04B18-A0AF-40D4-8658-66EA86975DA1}" srcOrd="1" destOrd="0" presId="urn:microsoft.com/office/officeart/2005/8/layout/vList5"/>
    <dgm:cxn modelId="{25B159B7-3FCD-45AD-AB04-2E5B9D3FDB39}" type="presParOf" srcId="{A4E80D86-32F3-43C0-805B-22907F0BF5B7}" destId="{2B8D9318-6A5C-45B1-9230-3D0D69FBF29D}" srcOrd="3" destOrd="0" presId="urn:microsoft.com/office/officeart/2005/8/layout/vList5"/>
    <dgm:cxn modelId="{EB09B47C-1797-4CC0-B020-DCCC3FFBBB27}" type="presParOf" srcId="{A4E80D86-32F3-43C0-805B-22907F0BF5B7}" destId="{30BB4750-6673-493D-9EF4-3DD75C66517F}" srcOrd="4" destOrd="0" presId="urn:microsoft.com/office/officeart/2005/8/layout/vList5"/>
    <dgm:cxn modelId="{19EC26BB-1EF7-45DA-B32C-B07EA7E4D7D8}" type="presParOf" srcId="{30BB4750-6673-493D-9EF4-3DD75C66517F}" destId="{1F74FCDB-DC2A-48CC-AD4B-ECD54CC969B0}" srcOrd="0" destOrd="0" presId="urn:microsoft.com/office/officeart/2005/8/layout/vList5"/>
    <dgm:cxn modelId="{A5ACE1CD-08B1-4F1F-B9F2-2F6496DBE587}" type="presParOf" srcId="{30BB4750-6673-493D-9EF4-3DD75C66517F}" destId="{49CF700B-C9F5-4C54-A63C-91F64ECA6B52}" srcOrd="1" destOrd="0" presId="urn:microsoft.com/office/officeart/2005/8/layout/vList5"/>
    <dgm:cxn modelId="{439BC2CC-7C54-440E-9F40-EA0F471FFC58}" type="presParOf" srcId="{A4E80D86-32F3-43C0-805B-22907F0BF5B7}" destId="{FD1BC576-88EE-4F95-B79F-4021CFB8592B}" srcOrd="5" destOrd="0" presId="urn:microsoft.com/office/officeart/2005/8/layout/vList5"/>
    <dgm:cxn modelId="{FD175D3B-9C3F-4E77-9D98-BD33C020BB98}" type="presParOf" srcId="{A4E80D86-32F3-43C0-805B-22907F0BF5B7}" destId="{CE87C4F1-2B28-47A6-ACF8-2BB23D46A337}" srcOrd="6" destOrd="0" presId="urn:microsoft.com/office/officeart/2005/8/layout/vList5"/>
    <dgm:cxn modelId="{8E4B1B85-53A8-4877-B203-BBEB143FD63A}" type="presParOf" srcId="{CE87C4F1-2B28-47A6-ACF8-2BB23D46A337}" destId="{E71E9338-FDEB-4122-91F3-330D0B37C5CE}" srcOrd="0" destOrd="0" presId="urn:microsoft.com/office/officeart/2005/8/layout/vList5"/>
    <dgm:cxn modelId="{065F5478-4216-4B62-8146-C84F2D80123E}" type="presParOf" srcId="{CE87C4F1-2B28-47A6-ACF8-2BB23D46A337}" destId="{38D2ED56-4519-4111-9523-5B2BEE86CF9E}" srcOrd="1" destOrd="0" presId="urn:microsoft.com/office/officeart/2005/8/layout/vList5"/>
    <dgm:cxn modelId="{5C956216-430E-4144-8E62-535D9BECAA49}" type="presParOf" srcId="{A4E80D86-32F3-43C0-805B-22907F0BF5B7}" destId="{51518361-5A74-497B-80D9-A3749D9B5CD2}" srcOrd="7" destOrd="0" presId="urn:microsoft.com/office/officeart/2005/8/layout/vList5"/>
    <dgm:cxn modelId="{CBF42B8D-15AE-411C-BD13-9D485E6DB55B}" type="presParOf" srcId="{A4E80D86-32F3-43C0-805B-22907F0BF5B7}" destId="{1C231671-994F-4BE9-9659-43C876516193}" srcOrd="8" destOrd="0" presId="urn:microsoft.com/office/officeart/2005/8/layout/vList5"/>
    <dgm:cxn modelId="{0755A53E-55C0-43F4-A1EE-7EA1158B9991}" type="presParOf" srcId="{1C231671-994F-4BE9-9659-43C876516193}" destId="{A4BDF4F7-B355-45CE-9E05-DE97C29C3D30}" srcOrd="0" destOrd="0" presId="urn:microsoft.com/office/officeart/2005/8/layout/vList5"/>
    <dgm:cxn modelId="{9C0EF8CD-DA81-4A89-B637-0CF835F9D051}" type="presParOf" srcId="{1C231671-994F-4BE9-9659-43C876516193}" destId="{90385DB9-A634-4AC7-88D7-060A17F147FD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F9E2535-9653-4946-A687-873D8F7BFBD2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F4FF399-C6FA-443E-B377-33BCDD217D1D}">
      <dgm:prSet phldrT="[Text]" custT="1"/>
      <dgm:spPr/>
      <dgm:t>
        <a:bodyPr/>
        <a:lstStyle/>
        <a:p>
          <a:r>
            <a:rPr lang="en-US" sz="1800" b="0" dirty="0">
              <a:solidFill>
                <a:srgbClr val="000000"/>
              </a:solidFill>
              <a:latin typeface="Source Sans Pro" panose="020B0503030403020204" pitchFamily="34" charset="0"/>
              <a:ea typeface="Source Sans Pro" panose="020B0503030403020204" pitchFamily="34" charset="0"/>
            </a:rPr>
            <a:t>Application Software Development </a:t>
          </a:r>
          <a:endParaRPr lang="en-IN" sz="1800" b="0" dirty="0">
            <a:latin typeface="Source Sans Pro" panose="020B0503030403020204" pitchFamily="34" charset="0"/>
            <a:ea typeface="Source Sans Pro" panose="020B0503030403020204" pitchFamily="34" charset="0"/>
          </a:endParaRPr>
        </a:p>
      </dgm:t>
    </dgm:pt>
    <dgm:pt modelId="{D2F82E0E-DC27-4B72-921F-1223CCE0F098}" type="parTrans" cxnId="{AAA6291A-1114-44F8-9D75-567A3B7110F6}">
      <dgm:prSet/>
      <dgm:spPr/>
      <dgm:t>
        <a:bodyPr/>
        <a:lstStyle/>
        <a:p>
          <a:endParaRPr lang="en-IN"/>
        </a:p>
      </dgm:t>
    </dgm:pt>
    <dgm:pt modelId="{3F066AA8-591B-4D95-9960-EA7157A92153}" type="sibTrans" cxnId="{AAA6291A-1114-44F8-9D75-567A3B7110F6}">
      <dgm:prSet/>
      <dgm:spPr/>
      <dgm:t>
        <a:bodyPr/>
        <a:lstStyle/>
        <a:p>
          <a:endParaRPr lang="en-IN"/>
        </a:p>
      </dgm:t>
    </dgm:pt>
    <dgm:pt modelId="{B89F9F3C-B2FE-4FB6-B043-8784A6A21140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800" b="0" dirty="0">
              <a:solidFill>
                <a:srgbClr val="000000"/>
              </a:solidFill>
              <a:latin typeface="Source Sans Pro" panose="020B0503030403020204" pitchFamily="34" charset="0"/>
              <a:ea typeface="Source Sans Pro" panose="020B0503030403020204" pitchFamily="34" charset="0"/>
            </a:rPr>
            <a:t>Operating System: Windows, Mac OSX and Linux. </a:t>
          </a:r>
          <a:endParaRPr lang="en-IN" sz="1800" b="0" dirty="0">
            <a:latin typeface="Source Sans Pro" panose="020B0503030403020204" pitchFamily="34" charset="0"/>
            <a:ea typeface="Source Sans Pro" panose="020B0503030403020204" pitchFamily="34" charset="0"/>
          </a:endParaRPr>
        </a:p>
      </dgm:t>
    </dgm:pt>
    <dgm:pt modelId="{ACD3151D-65B5-4BFD-96E4-55141F595581}" type="parTrans" cxnId="{57AFCB85-0EC4-49DF-B560-66D84627E8E6}">
      <dgm:prSet/>
      <dgm:spPr/>
      <dgm:t>
        <a:bodyPr/>
        <a:lstStyle/>
        <a:p>
          <a:endParaRPr lang="en-IN"/>
        </a:p>
      </dgm:t>
    </dgm:pt>
    <dgm:pt modelId="{33E343A2-B534-47D8-AD63-7BEBE6BB79CF}" type="sibTrans" cxnId="{57AFCB85-0EC4-49DF-B560-66D84627E8E6}">
      <dgm:prSet/>
      <dgm:spPr/>
      <dgm:t>
        <a:bodyPr/>
        <a:lstStyle/>
        <a:p>
          <a:endParaRPr lang="en-IN"/>
        </a:p>
      </dgm:t>
    </dgm:pt>
    <dgm:pt modelId="{F51A1665-C92A-465B-8957-A8C19CC44BB0}">
      <dgm:prSet phldrT="[Text]" custT="1"/>
      <dgm:spPr/>
      <dgm:t>
        <a:bodyPr/>
        <a:lstStyle/>
        <a:p>
          <a:r>
            <a:rPr lang="en-US" sz="1800" b="0" dirty="0">
              <a:solidFill>
                <a:srgbClr val="000000"/>
              </a:solidFill>
              <a:latin typeface="Source Sans Pro" panose="020B0503030403020204" pitchFamily="34" charset="0"/>
              <a:ea typeface="Source Sans Pro" panose="020B0503030403020204" pitchFamily="34" charset="0"/>
            </a:rPr>
            <a:t>Programming Languages Development </a:t>
          </a:r>
          <a:endParaRPr lang="en-IN" sz="1800" b="0" dirty="0">
            <a:latin typeface="Source Sans Pro" panose="020B0503030403020204" pitchFamily="34" charset="0"/>
            <a:ea typeface="Source Sans Pro" panose="020B0503030403020204" pitchFamily="34" charset="0"/>
          </a:endParaRPr>
        </a:p>
      </dgm:t>
    </dgm:pt>
    <dgm:pt modelId="{F78B7757-8BCC-4635-8A0A-216024A1D780}" type="parTrans" cxnId="{C72CC2A8-563A-487C-BF48-B1DBA9A02D51}">
      <dgm:prSet/>
      <dgm:spPr/>
      <dgm:t>
        <a:bodyPr/>
        <a:lstStyle/>
        <a:p>
          <a:endParaRPr lang="en-IN"/>
        </a:p>
      </dgm:t>
    </dgm:pt>
    <dgm:pt modelId="{29E825A1-A738-424C-BC18-8FA970178363}" type="sibTrans" cxnId="{C72CC2A8-563A-487C-BF48-B1DBA9A02D51}">
      <dgm:prSet/>
      <dgm:spPr/>
      <dgm:t>
        <a:bodyPr/>
        <a:lstStyle/>
        <a:p>
          <a:endParaRPr lang="en-IN"/>
        </a:p>
      </dgm:t>
    </dgm:pt>
    <dgm:pt modelId="{4044EAA4-8DA7-4E4D-8966-88DE2AD132A2}">
      <dgm:prSet phldrT="[Text]" custT="1"/>
      <dgm:spPr/>
      <dgm:t>
        <a:bodyPr/>
        <a:lstStyle/>
        <a:p>
          <a:r>
            <a:rPr lang="en-US" sz="1800" b="0" dirty="0">
              <a:solidFill>
                <a:srgbClr val="000000"/>
              </a:solidFill>
              <a:latin typeface="Source Sans Pro" panose="020B0503030403020204" pitchFamily="34" charset="0"/>
              <a:ea typeface="Source Sans Pro" panose="020B0503030403020204" pitchFamily="34" charset="0"/>
            </a:rPr>
            <a:t>C#, Java, JavaScript, Perl, UNIX’s C Shell, PHP and Python, and Verilog etc.</a:t>
          </a:r>
          <a:endParaRPr lang="en-IN" sz="1800" b="0" dirty="0">
            <a:latin typeface="Source Sans Pro" panose="020B0503030403020204" pitchFamily="34" charset="0"/>
            <a:ea typeface="Source Sans Pro" panose="020B0503030403020204" pitchFamily="34" charset="0"/>
          </a:endParaRPr>
        </a:p>
      </dgm:t>
    </dgm:pt>
    <dgm:pt modelId="{53B19C7E-8A29-4013-8157-193E0EA1D834}" type="parTrans" cxnId="{B6D95F7C-B640-4FC9-9282-9393EE74E27E}">
      <dgm:prSet/>
      <dgm:spPr/>
      <dgm:t>
        <a:bodyPr/>
        <a:lstStyle/>
        <a:p>
          <a:endParaRPr lang="en-IN"/>
        </a:p>
      </dgm:t>
    </dgm:pt>
    <dgm:pt modelId="{EC0CD029-7C32-4F19-975E-B085BF9D7D6F}" type="sibTrans" cxnId="{B6D95F7C-B640-4FC9-9282-9393EE74E27E}">
      <dgm:prSet/>
      <dgm:spPr/>
      <dgm:t>
        <a:bodyPr/>
        <a:lstStyle/>
        <a:p>
          <a:endParaRPr lang="en-IN"/>
        </a:p>
      </dgm:t>
    </dgm:pt>
    <dgm:pt modelId="{D296AFE2-04A1-442E-96C5-D170D885DF62}">
      <dgm:prSet phldrT="[Text]" custT="1"/>
      <dgm:spPr/>
      <dgm:t>
        <a:bodyPr/>
        <a:lstStyle/>
        <a:p>
          <a:r>
            <a:rPr lang="en-US" sz="1800" b="0" dirty="0">
              <a:solidFill>
                <a:srgbClr val="000000"/>
              </a:solidFill>
              <a:latin typeface="Source Sans Pro" panose="020B0503030403020204" pitchFamily="34" charset="0"/>
              <a:ea typeface="Source Sans Pro" panose="020B0503030403020204" pitchFamily="34" charset="0"/>
            </a:rPr>
            <a:t>Computation Programming </a:t>
          </a:r>
          <a:endParaRPr lang="en-IN" sz="1800" b="0" dirty="0">
            <a:latin typeface="Source Sans Pro" panose="020B0503030403020204" pitchFamily="34" charset="0"/>
            <a:ea typeface="Source Sans Pro" panose="020B0503030403020204" pitchFamily="34" charset="0"/>
          </a:endParaRPr>
        </a:p>
      </dgm:t>
    </dgm:pt>
    <dgm:pt modelId="{8CAFE6E7-F531-4BAA-80A6-326914A87C00}" type="parTrans" cxnId="{09F89E5A-73A0-4979-AB3E-7013F9AD27CC}">
      <dgm:prSet/>
      <dgm:spPr/>
      <dgm:t>
        <a:bodyPr/>
        <a:lstStyle/>
        <a:p>
          <a:endParaRPr lang="en-IN"/>
        </a:p>
      </dgm:t>
    </dgm:pt>
    <dgm:pt modelId="{6BE70732-9563-4658-AEE3-7B87D9C1A44B}" type="sibTrans" cxnId="{09F89E5A-73A0-4979-AB3E-7013F9AD27CC}">
      <dgm:prSet/>
      <dgm:spPr/>
      <dgm:t>
        <a:bodyPr/>
        <a:lstStyle/>
        <a:p>
          <a:endParaRPr lang="en-IN"/>
        </a:p>
      </dgm:t>
    </dgm:pt>
    <dgm:pt modelId="{6A7FEAE8-6E9B-4338-B4CB-D4B0E10C4B07}">
      <dgm:prSet phldrT="[Text]" custT="1"/>
      <dgm:spPr/>
      <dgm:t>
        <a:bodyPr/>
        <a:lstStyle/>
        <a:p>
          <a:r>
            <a:rPr lang="en-US" sz="1800" b="0" dirty="0">
              <a:solidFill>
                <a:srgbClr val="000000"/>
              </a:solidFill>
              <a:latin typeface="Source Sans Pro" panose="020B0503030403020204" pitchFamily="34" charset="0"/>
              <a:ea typeface="Source Sans Pro" panose="020B0503030403020204" pitchFamily="34" charset="0"/>
            </a:rPr>
            <a:t>Has a fast speed and computational efficiencies.</a:t>
          </a:r>
          <a:endParaRPr lang="en-IN" sz="1800" b="0" dirty="0">
            <a:latin typeface="Source Sans Pro" panose="020B0503030403020204" pitchFamily="34" charset="0"/>
            <a:ea typeface="Source Sans Pro" panose="020B0503030403020204" pitchFamily="34" charset="0"/>
          </a:endParaRPr>
        </a:p>
      </dgm:t>
    </dgm:pt>
    <dgm:pt modelId="{6EC66119-0455-4998-9B6A-EFB0902632DA}" type="parTrans" cxnId="{FE4BA49A-BDA7-41EA-AA1B-4AA3149C5924}">
      <dgm:prSet/>
      <dgm:spPr/>
      <dgm:t>
        <a:bodyPr/>
        <a:lstStyle/>
        <a:p>
          <a:endParaRPr lang="en-IN"/>
        </a:p>
      </dgm:t>
    </dgm:pt>
    <dgm:pt modelId="{C8D6255F-2A88-42B4-AA26-D913FD8AF0D7}" type="sibTrans" cxnId="{FE4BA49A-BDA7-41EA-AA1B-4AA3149C5924}">
      <dgm:prSet/>
      <dgm:spPr/>
      <dgm:t>
        <a:bodyPr/>
        <a:lstStyle/>
        <a:p>
          <a:endParaRPr lang="en-IN"/>
        </a:p>
      </dgm:t>
    </dgm:pt>
    <dgm:pt modelId="{6500094B-ABF5-4672-BE86-92F344DBBCE4}">
      <dgm:prSet custT="1"/>
      <dgm:spPr/>
      <dgm:t>
        <a:bodyPr/>
        <a:lstStyle/>
        <a:p>
          <a:r>
            <a:rPr lang="en-US" sz="1800" b="0" dirty="0">
              <a:solidFill>
                <a:srgbClr val="000000"/>
              </a:solidFill>
              <a:latin typeface="Source Sans Pro" panose="020B0503030403020204" pitchFamily="34" charset="0"/>
              <a:ea typeface="Source Sans Pro" panose="020B0503030403020204" pitchFamily="34" charset="0"/>
            </a:rPr>
            <a:t>Games Development </a:t>
          </a:r>
          <a:endParaRPr lang="en-IN" sz="1800" b="0" dirty="0">
            <a:latin typeface="Source Sans Pro" panose="020B0503030403020204" pitchFamily="34" charset="0"/>
            <a:ea typeface="Source Sans Pro" panose="020B0503030403020204" pitchFamily="34" charset="0"/>
          </a:endParaRPr>
        </a:p>
      </dgm:t>
    </dgm:pt>
    <dgm:pt modelId="{FEF5C411-2F57-4058-926D-7869B811B1F8}" type="parTrans" cxnId="{A09F080F-9BD3-4FB6-B2A7-0CB1BF15B53D}">
      <dgm:prSet/>
      <dgm:spPr/>
      <dgm:t>
        <a:bodyPr/>
        <a:lstStyle/>
        <a:p>
          <a:endParaRPr lang="en-IN"/>
        </a:p>
      </dgm:t>
    </dgm:pt>
    <dgm:pt modelId="{F9157797-68DB-4B66-8813-E7E86667EFA3}" type="sibTrans" cxnId="{A09F080F-9BD3-4FB6-B2A7-0CB1BF15B53D}">
      <dgm:prSet/>
      <dgm:spPr/>
      <dgm:t>
        <a:bodyPr/>
        <a:lstStyle/>
        <a:p>
          <a:endParaRPr lang="en-IN"/>
        </a:p>
      </dgm:t>
    </dgm:pt>
    <dgm:pt modelId="{A3D4EA25-72B5-456A-924B-97235AF713AD}">
      <dgm:prSet custT="1"/>
      <dgm:spPr/>
      <dgm:t>
        <a:bodyPr/>
        <a:lstStyle/>
        <a:p>
          <a:r>
            <a:rPr lang="en-US" sz="1800" b="0" dirty="0">
              <a:solidFill>
                <a:srgbClr val="000000"/>
              </a:solidFill>
              <a:latin typeface="Source Sans Pro" panose="020B0503030403020204" pitchFamily="34" charset="0"/>
              <a:ea typeface="Source Sans Pro" panose="020B0503030403020204" pitchFamily="34" charset="0"/>
            </a:rPr>
            <a:t>Embedded System</a:t>
          </a:r>
          <a:endParaRPr lang="en-IN" sz="1800" b="0" dirty="0">
            <a:latin typeface="Source Sans Pro" panose="020B0503030403020204" pitchFamily="34" charset="0"/>
            <a:ea typeface="Source Sans Pro" panose="020B0503030403020204" pitchFamily="34" charset="0"/>
          </a:endParaRPr>
        </a:p>
      </dgm:t>
    </dgm:pt>
    <dgm:pt modelId="{826CFC62-70B4-45C6-B512-B298AFB37A40}" type="parTrans" cxnId="{033D4825-87E5-419C-B373-6BD5AF895890}">
      <dgm:prSet/>
      <dgm:spPr/>
      <dgm:t>
        <a:bodyPr/>
        <a:lstStyle/>
        <a:p>
          <a:endParaRPr lang="en-IN"/>
        </a:p>
      </dgm:t>
    </dgm:pt>
    <dgm:pt modelId="{EC276DF7-30F1-4F1D-9322-B78DD0DB6E85}" type="sibTrans" cxnId="{033D4825-87E5-419C-B373-6BD5AF895890}">
      <dgm:prSet/>
      <dgm:spPr/>
      <dgm:t>
        <a:bodyPr/>
        <a:lstStyle/>
        <a:p>
          <a:endParaRPr lang="en-IN"/>
        </a:p>
      </dgm:t>
    </dgm:pt>
    <dgm:pt modelId="{C7F09FA2-5176-4390-B7BD-75E132E46683}">
      <dgm:prSet custT="1"/>
      <dgm:spPr/>
      <dgm:t>
        <a:bodyPr/>
        <a:lstStyle/>
        <a:p>
          <a:r>
            <a:rPr lang="en-US" sz="1800" b="0" dirty="0">
              <a:solidFill>
                <a:srgbClr val="000000"/>
              </a:solidFill>
              <a:latin typeface="Source Sans Pro" panose="020B0503030403020204" pitchFamily="34" charset="0"/>
              <a:ea typeface="Source Sans Pro" panose="020B0503030403020204" pitchFamily="34" charset="0"/>
            </a:rPr>
            <a:t>Medical and Engineering Applications like softwares for MRI machines, high-end CAD/CAM systems etc.</a:t>
          </a:r>
          <a:endParaRPr lang="en-IN" sz="1800" b="0" dirty="0">
            <a:latin typeface="Source Sans Pro" panose="020B0503030403020204" pitchFamily="34" charset="0"/>
            <a:ea typeface="Source Sans Pro" panose="020B0503030403020204" pitchFamily="34" charset="0"/>
          </a:endParaRPr>
        </a:p>
      </dgm:t>
    </dgm:pt>
    <dgm:pt modelId="{7BAB7A93-065F-4D3F-9A5A-D869CCFD5A36}" type="parTrans" cxnId="{267132B7-0077-4D0D-8FB1-86C4027F7393}">
      <dgm:prSet/>
      <dgm:spPr/>
      <dgm:t>
        <a:bodyPr/>
        <a:lstStyle/>
        <a:p>
          <a:endParaRPr lang="en-IN"/>
        </a:p>
      </dgm:t>
    </dgm:pt>
    <dgm:pt modelId="{66B7A117-B361-4870-AD9D-6CE3B4441A6A}" type="sibTrans" cxnId="{267132B7-0077-4D0D-8FB1-86C4027F7393}">
      <dgm:prSet/>
      <dgm:spPr/>
      <dgm:t>
        <a:bodyPr/>
        <a:lstStyle/>
        <a:p>
          <a:endParaRPr lang="en-IN"/>
        </a:p>
      </dgm:t>
    </dgm:pt>
    <dgm:pt modelId="{E460B662-29F0-4E4F-AC80-AC3A4F81B72B}">
      <dgm:prSet custT="1"/>
      <dgm:spPr/>
      <dgm:t>
        <a:bodyPr/>
        <a:lstStyle/>
        <a:p>
          <a:endParaRPr lang="en-IN" sz="1800" b="0" dirty="0">
            <a:latin typeface="Source Sans Pro" panose="020B0503030403020204" pitchFamily="34" charset="0"/>
            <a:ea typeface="Source Sans Pro" panose="020B0503030403020204" pitchFamily="34" charset="0"/>
          </a:endParaRPr>
        </a:p>
      </dgm:t>
    </dgm:pt>
    <dgm:pt modelId="{24D61854-C9E0-49BA-A007-997A8BC48121}" type="parTrans" cxnId="{D4228082-AEFF-4C13-A238-F250145D62AB}">
      <dgm:prSet/>
      <dgm:spPr/>
      <dgm:t>
        <a:bodyPr/>
        <a:lstStyle/>
        <a:p>
          <a:endParaRPr lang="en-IN"/>
        </a:p>
      </dgm:t>
    </dgm:pt>
    <dgm:pt modelId="{F2C503A5-363F-4526-B750-15CB14754B31}" type="sibTrans" cxnId="{D4228082-AEFF-4C13-A238-F250145D62AB}">
      <dgm:prSet/>
      <dgm:spPr/>
      <dgm:t>
        <a:bodyPr/>
        <a:lstStyle/>
        <a:p>
          <a:endParaRPr lang="en-IN"/>
        </a:p>
      </dgm:t>
    </dgm:pt>
    <dgm:pt modelId="{06B0A341-06C0-4D77-82C3-914EAE2E1C0C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800" b="0" dirty="0">
              <a:solidFill>
                <a:srgbClr val="000000"/>
              </a:solidFill>
              <a:latin typeface="Source Sans Pro" panose="020B0503030403020204" pitchFamily="34" charset="0"/>
              <a:ea typeface="Source Sans Pro" panose="020B0503030403020204" pitchFamily="34" charset="0"/>
            </a:rPr>
            <a:t>Browsers : Mozilla Firefox and Chrome</a:t>
          </a:r>
          <a:endParaRPr lang="en-IN" sz="1800" b="0" dirty="0">
            <a:latin typeface="Source Sans Pro" panose="020B0503030403020204" pitchFamily="34" charset="0"/>
            <a:ea typeface="Source Sans Pro" panose="020B0503030403020204" pitchFamily="34" charset="0"/>
          </a:endParaRPr>
        </a:p>
      </dgm:t>
    </dgm:pt>
    <dgm:pt modelId="{EB0A76A6-5024-4FAF-B3A8-2F94D4E43BF6}" type="parTrans" cxnId="{F9BBB800-4B00-43AE-AD13-64D177909B72}">
      <dgm:prSet/>
      <dgm:spPr/>
      <dgm:t>
        <a:bodyPr/>
        <a:lstStyle/>
        <a:p>
          <a:endParaRPr lang="en-IN"/>
        </a:p>
      </dgm:t>
    </dgm:pt>
    <dgm:pt modelId="{669C3F50-87EA-4B1B-8B1C-5F31AA60B680}" type="sibTrans" cxnId="{F9BBB800-4B00-43AE-AD13-64D177909B72}">
      <dgm:prSet/>
      <dgm:spPr/>
      <dgm:t>
        <a:bodyPr/>
        <a:lstStyle/>
        <a:p>
          <a:endParaRPr lang="en-IN"/>
        </a:p>
      </dgm:t>
    </dgm:pt>
    <dgm:pt modelId="{4F384C4F-89CA-4E40-ABDE-8CCA2987D83F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800" b="0" dirty="0">
              <a:solidFill>
                <a:srgbClr val="000000"/>
              </a:solidFill>
              <a:latin typeface="Source Sans Pro" panose="020B0503030403020204" pitchFamily="34" charset="0"/>
              <a:ea typeface="Source Sans Pro" panose="020B0503030403020204" pitchFamily="34" charset="0"/>
            </a:rPr>
            <a:t>database system: MySQL.</a:t>
          </a:r>
          <a:endParaRPr lang="en-IN" sz="1800" b="0" dirty="0">
            <a:latin typeface="Source Sans Pro" panose="020B0503030403020204" pitchFamily="34" charset="0"/>
            <a:ea typeface="Source Sans Pro" panose="020B0503030403020204" pitchFamily="34" charset="0"/>
          </a:endParaRPr>
        </a:p>
      </dgm:t>
    </dgm:pt>
    <dgm:pt modelId="{7D6DE53C-CFDF-4DE4-81AB-0D3D5DF90CA6}" type="parTrans" cxnId="{26E03EC0-706D-4134-BC79-C97EFB79A6B3}">
      <dgm:prSet/>
      <dgm:spPr/>
      <dgm:t>
        <a:bodyPr/>
        <a:lstStyle/>
        <a:p>
          <a:endParaRPr lang="en-IN"/>
        </a:p>
      </dgm:t>
    </dgm:pt>
    <dgm:pt modelId="{6949E991-AD3E-436D-98A1-1DF9898B43A6}" type="sibTrans" cxnId="{26E03EC0-706D-4134-BC79-C97EFB79A6B3}">
      <dgm:prSet/>
      <dgm:spPr/>
      <dgm:t>
        <a:bodyPr/>
        <a:lstStyle/>
        <a:p>
          <a:endParaRPr lang="en-IN"/>
        </a:p>
      </dgm:t>
    </dgm:pt>
    <dgm:pt modelId="{4F970103-1A17-4DD5-B010-703FAC61B1B6}">
      <dgm:prSet custT="1"/>
      <dgm:spPr/>
      <dgm:t>
        <a:bodyPr/>
        <a:lstStyle/>
        <a:p>
          <a:r>
            <a:rPr lang="en-US" sz="1800" b="0" dirty="0">
              <a:solidFill>
                <a:srgbClr val="000000"/>
              </a:solidFill>
              <a:latin typeface="Source Sans Pro" panose="020B0503030403020204" pitchFamily="34" charset="0"/>
              <a:ea typeface="Source Sans Pro" panose="020B0503030403020204" pitchFamily="34" charset="0"/>
            </a:rPr>
            <a:t>Procedural programming for CPU intensive functions and provides greater control over hardware</a:t>
          </a:r>
        </a:p>
      </dgm:t>
    </dgm:pt>
    <dgm:pt modelId="{C3BDD41F-CD0C-405C-8376-3EC8F18C1E9E}" type="sibTrans" cxnId="{BB5FCBFE-BB83-4CCD-9F6A-ACBC2407EBFB}">
      <dgm:prSet/>
      <dgm:spPr/>
      <dgm:t>
        <a:bodyPr/>
        <a:lstStyle/>
        <a:p>
          <a:endParaRPr lang="en-IN"/>
        </a:p>
      </dgm:t>
    </dgm:pt>
    <dgm:pt modelId="{2AD96B9D-8088-4C1E-86FE-7C9BC11823D7}" type="parTrans" cxnId="{BB5FCBFE-BB83-4CCD-9F6A-ACBC2407EBFB}">
      <dgm:prSet/>
      <dgm:spPr/>
      <dgm:t>
        <a:bodyPr/>
        <a:lstStyle/>
        <a:p>
          <a:endParaRPr lang="en-IN"/>
        </a:p>
      </dgm:t>
    </dgm:pt>
    <dgm:pt modelId="{4B23F8FF-244E-4E46-8466-184BAF89AE94}" type="pres">
      <dgm:prSet presAssocID="{3F9E2535-9653-4946-A687-873D8F7BFBD2}" presName="Name0" presStyleCnt="0">
        <dgm:presLayoutVars>
          <dgm:dir/>
          <dgm:animLvl val="lvl"/>
          <dgm:resizeHandles val="exact"/>
        </dgm:presLayoutVars>
      </dgm:prSet>
      <dgm:spPr/>
    </dgm:pt>
    <dgm:pt modelId="{9D30B4D4-F775-4B7A-81E1-42D4185AEEFE}" type="pres">
      <dgm:prSet presAssocID="{2F4FF399-C6FA-443E-B377-33BCDD217D1D}" presName="linNode" presStyleCnt="0"/>
      <dgm:spPr/>
    </dgm:pt>
    <dgm:pt modelId="{7A75F29F-00BE-4B0D-BF01-FD23A77267D1}" type="pres">
      <dgm:prSet presAssocID="{2F4FF399-C6FA-443E-B377-33BCDD217D1D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5E1742FB-B511-4995-B178-5921863FE187}" type="pres">
      <dgm:prSet presAssocID="{2F4FF399-C6FA-443E-B377-33BCDD217D1D}" presName="descendantText" presStyleLbl="alignAccFollowNode1" presStyleIdx="0" presStyleCnt="5">
        <dgm:presLayoutVars>
          <dgm:bulletEnabled val="1"/>
        </dgm:presLayoutVars>
      </dgm:prSet>
      <dgm:spPr/>
    </dgm:pt>
    <dgm:pt modelId="{BF2AFF27-4B46-4EB5-A062-895B363BD915}" type="pres">
      <dgm:prSet presAssocID="{3F066AA8-591B-4D95-9960-EA7157A92153}" presName="sp" presStyleCnt="0"/>
      <dgm:spPr/>
    </dgm:pt>
    <dgm:pt modelId="{9DB5C2A5-7B58-4A75-83D4-D7C3C993A40B}" type="pres">
      <dgm:prSet presAssocID="{F51A1665-C92A-465B-8957-A8C19CC44BB0}" presName="linNode" presStyleCnt="0"/>
      <dgm:spPr/>
    </dgm:pt>
    <dgm:pt modelId="{CC2DDC7C-0FE1-46F8-9BCB-B330A8DAD698}" type="pres">
      <dgm:prSet presAssocID="{F51A1665-C92A-465B-8957-A8C19CC44BB0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70CB49F9-FBFA-4A51-ADAF-A52B181E8658}" type="pres">
      <dgm:prSet presAssocID="{F51A1665-C92A-465B-8957-A8C19CC44BB0}" presName="descendantText" presStyleLbl="alignAccFollowNode1" presStyleIdx="1" presStyleCnt="5">
        <dgm:presLayoutVars>
          <dgm:bulletEnabled val="1"/>
        </dgm:presLayoutVars>
      </dgm:prSet>
      <dgm:spPr/>
    </dgm:pt>
    <dgm:pt modelId="{DE8EBD2A-5C76-49C4-957D-9AC151F4068F}" type="pres">
      <dgm:prSet presAssocID="{29E825A1-A738-424C-BC18-8FA970178363}" presName="sp" presStyleCnt="0"/>
      <dgm:spPr/>
    </dgm:pt>
    <dgm:pt modelId="{173E665B-3057-419F-A310-20FA5DD1DC1B}" type="pres">
      <dgm:prSet presAssocID="{D296AFE2-04A1-442E-96C5-D170D885DF62}" presName="linNode" presStyleCnt="0"/>
      <dgm:spPr/>
    </dgm:pt>
    <dgm:pt modelId="{BD3D861A-8C28-400C-84B1-B6E8F35DE9AF}" type="pres">
      <dgm:prSet presAssocID="{D296AFE2-04A1-442E-96C5-D170D885DF62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B674C094-70BD-4163-AC06-A42EAD4030AB}" type="pres">
      <dgm:prSet presAssocID="{D296AFE2-04A1-442E-96C5-D170D885DF62}" presName="descendantText" presStyleLbl="alignAccFollowNode1" presStyleIdx="2" presStyleCnt="5">
        <dgm:presLayoutVars>
          <dgm:bulletEnabled val="1"/>
        </dgm:presLayoutVars>
      </dgm:prSet>
      <dgm:spPr/>
    </dgm:pt>
    <dgm:pt modelId="{7EA6AE67-5C53-4A54-951B-4332B4280240}" type="pres">
      <dgm:prSet presAssocID="{6BE70732-9563-4658-AEE3-7B87D9C1A44B}" presName="sp" presStyleCnt="0"/>
      <dgm:spPr/>
    </dgm:pt>
    <dgm:pt modelId="{86461C43-A8BC-46ED-9868-D0C17F14F968}" type="pres">
      <dgm:prSet presAssocID="{A3D4EA25-72B5-456A-924B-97235AF713AD}" presName="linNode" presStyleCnt="0"/>
      <dgm:spPr/>
    </dgm:pt>
    <dgm:pt modelId="{528748A1-8455-4CB7-8477-E82C2B3DCDB4}" type="pres">
      <dgm:prSet presAssocID="{A3D4EA25-72B5-456A-924B-97235AF713AD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99A7EE0E-C607-4FAA-AE3C-5207D7E570A4}" type="pres">
      <dgm:prSet presAssocID="{A3D4EA25-72B5-456A-924B-97235AF713AD}" presName="descendantText" presStyleLbl="alignAccFollowNode1" presStyleIdx="3" presStyleCnt="5">
        <dgm:presLayoutVars>
          <dgm:bulletEnabled val="1"/>
        </dgm:presLayoutVars>
      </dgm:prSet>
      <dgm:spPr/>
    </dgm:pt>
    <dgm:pt modelId="{E4701C50-6CB6-42BC-BF41-A5C2D6F67254}" type="pres">
      <dgm:prSet presAssocID="{EC276DF7-30F1-4F1D-9322-B78DD0DB6E85}" presName="sp" presStyleCnt="0"/>
      <dgm:spPr/>
    </dgm:pt>
    <dgm:pt modelId="{517AF96F-88AE-494A-9191-4F2D006551AF}" type="pres">
      <dgm:prSet presAssocID="{6500094B-ABF5-4672-BE86-92F344DBBCE4}" presName="linNode" presStyleCnt="0"/>
      <dgm:spPr/>
    </dgm:pt>
    <dgm:pt modelId="{07E79FD3-6848-4F8A-843A-1D266EDC9A5E}" type="pres">
      <dgm:prSet presAssocID="{6500094B-ABF5-4672-BE86-92F344DBBCE4}" presName="parentText" presStyleLbl="node1" presStyleIdx="4" presStyleCnt="5">
        <dgm:presLayoutVars>
          <dgm:chMax val="1"/>
          <dgm:bulletEnabled val="1"/>
        </dgm:presLayoutVars>
      </dgm:prSet>
      <dgm:spPr/>
    </dgm:pt>
    <dgm:pt modelId="{FCE16092-3EB1-4BD6-9CFC-2687950A3D96}" type="pres">
      <dgm:prSet presAssocID="{6500094B-ABF5-4672-BE86-92F344DBBCE4}" presName="descendantText" presStyleLbl="alignAccFollowNode1" presStyleIdx="4" presStyleCnt="5" custScaleY="129425">
        <dgm:presLayoutVars>
          <dgm:bulletEnabled val="1"/>
        </dgm:presLayoutVars>
      </dgm:prSet>
      <dgm:spPr/>
    </dgm:pt>
  </dgm:ptLst>
  <dgm:cxnLst>
    <dgm:cxn modelId="{F9BBB800-4B00-43AE-AD13-64D177909B72}" srcId="{2F4FF399-C6FA-443E-B377-33BCDD217D1D}" destId="{06B0A341-06C0-4D77-82C3-914EAE2E1C0C}" srcOrd="1" destOrd="0" parTransId="{EB0A76A6-5024-4FAF-B3A8-2F94D4E43BF6}" sibTransId="{669C3F50-87EA-4B1B-8B1C-5F31AA60B680}"/>
    <dgm:cxn modelId="{A09F080F-9BD3-4FB6-B2A7-0CB1BF15B53D}" srcId="{3F9E2535-9653-4946-A687-873D8F7BFBD2}" destId="{6500094B-ABF5-4672-BE86-92F344DBBCE4}" srcOrd="4" destOrd="0" parTransId="{FEF5C411-2F57-4058-926D-7869B811B1F8}" sibTransId="{F9157797-68DB-4B66-8813-E7E86667EFA3}"/>
    <dgm:cxn modelId="{85CB940F-01A5-4B50-BE45-EC4996B88F5B}" type="presOf" srcId="{4F384C4F-89CA-4E40-ABDE-8CCA2987D83F}" destId="{5E1742FB-B511-4995-B178-5921863FE187}" srcOrd="0" destOrd="2" presId="urn:microsoft.com/office/officeart/2005/8/layout/vList5"/>
    <dgm:cxn modelId="{72823512-7B86-4866-8A51-457CFDBB7C25}" type="presOf" srcId="{B89F9F3C-B2FE-4FB6-B043-8784A6A21140}" destId="{5E1742FB-B511-4995-B178-5921863FE187}" srcOrd="0" destOrd="0" presId="urn:microsoft.com/office/officeart/2005/8/layout/vList5"/>
    <dgm:cxn modelId="{AAA6291A-1114-44F8-9D75-567A3B7110F6}" srcId="{3F9E2535-9653-4946-A687-873D8F7BFBD2}" destId="{2F4FF399-C6FA-443E-B377-33BCDD217D1D}" srcOrd="0" destOrd="0" parTransId="{D2F82E0E-DC27-4B72-921F-1223CCE0F098}" sibTransId="{3F066AA8-591B-4D95-9960-EA7157A92153}"/>
    <dgm:cxn modelId="{30E6AD24-B973-4885-8B2C-BC7C2A351AB3}" type="presOf" srcId="{06B0A341-06C0-4D77-82C3-914EAE2E1C0C}" destId="{5E1742FB-B511-4995-B178-5921863FE187}" srcOrd="0" destOrd="1" presId="urn:microsoft.com/office/officeart/2005/8/layout/vList5"/>
    <dgm:cxn modelId="{033D4825-87E5-419C-B373-6BD5AF895890}" srcId="{3F9E2535-9653-4946-A687-873D8F7BFBD2}" destId="{A3D4EA25-72B5-456A-924B-97235AF713AD}" srcOrd="3" destOrd="0" parTransId="{826CFC62-70B4-45C6-B512-B298AFB37A40}" sibTransId="{EC276DF7-30F1-4F1D-9322-B78DD0DB6E85}"/>
    <dgm:cxn modelId="{96CE0B2D-270D-412D-9979-BB48B8284109}" type="presOf" srcId="{6A7FEAE8-6E9B-4338-B4CB-D4B0E10C4B07}" destId="{B674C094-70BD-4163-AC06-A42EAD4030AB}" srcOrd="0" destOrd="0" presId="urn:microsoft.com/office/officeart/2005/8/layout/vList5"/>
    <dgm:cxn modelId="{8383143E-24CF-440E-97A6-FE363206AA4B}" type="presOf" srcId="{D296AFE2-04A1-442E-96C5-D170D885DF62}" destId="{BD3D861A-8C28-400C-84B1-B6E8F35DE9AF}" srcOrd="0" destOrd="0" presId="urn:microsoft.com/office/officeart/2005/8/layout/vList5"/>
    <dgm:cxn modelId="{09F89E5A-73A0-4979-AB3E-7013F9AD27CC}" srcId="{3F9E2535-9653-4946-A687-873D8F7BFBD2}" destId="{D296AFE2-04A1-442E-96C5-D170D885DF62}" srcOrd="2" destOrd="0" parTransId="{8CAFE6E7-F531-4BAA-80A6-326914A87C00}" sibTransId="{6BE70732-9563-4658-AEE3-7B87D9C1A44B}"/>
    <dgm:cxn modelId="{B6D95F7C-B640-4FC9-9282-9393EE74E27E}" srcId="{F51A1665-C92A-465B-8957-A8C19CC44BB0}" destId="{4044EAA4-8DA7-4E4D-8966-88DE2AD132A2}" srcOrd="0" destOrd="0" parTransId="{53B19C7E-8A29-4013-8157-193E0EA1D834}" sibTransId="{EC0CD029-7C32-4F19-975E-B085BF9D7D6F}"/>
    <dgm:cxn modelId="{D4228082-AEFF-4C13-A238-F250145D62AB}" srcId="{6500094B-ABF5-4672-BE86-92F344DBBCE4}" destId="{E460B662-29F0-4E4F-AC80-AC3A4F81B72B}" srcOrd="0" destOrd="0" parTransId="{24D61854-C9E0-49BA-A007-997A8BC48121}" sibTransId="{F2C503A5-363F-4526-B750-15CB14754B31}"/>
    <dgm:cxn modelId="{57AFCB85-0EC4-49DF-B560-66D84627E8E6}" srcId="{2F4FF399-C6FA-443E-B377-33BCDD217D1D}" destId="{B89F9F3C-B2FE-4FB6-B043-8784A6A21140}" srcOrd="0" destOrd="0" parTransId="{ACD3151D-65B5-4BFD-96E4-55141F595581}" sibTransId="{33E343A2-B534-47D8-AD63-7BEBE6BB79CF}"/>
    <dgm:cxn modelId="{7F90488A-1A2B-4CDE-B121-19E0B0642750}" type="presOf" srcId="{2F4FF399-C6FA-443E-B377-33BCDD217D1D}" destId="{7A75F29F-00BE-4B0D-BF01-FD23A77267D1}" srcOrd="0" destOrd="0" presId="urn:microsoft.com/office/officeart/2005/8/layout/vList5"/>
    <dgm:cxn modelId="{7390038B-CF0C-4769-9046-F9B1FA2D7805}" type="presOf" srcId="{6500094B-ABF5-4672-BE86-92F344DBBCE4}" destId="{07E79FD3-6848-4F8A-843A-1D266EDC9A5E}" srcOrd="0" destOrd="0" presId="urn:microsoft.com/office/officeart/2005/8/layout/vList5"/>
    <dgm:cxn modelId="{7ABA4E97-588E-4F59-96F1-D4B02B49C4B8}" type="presOf" srcId="{4044EAA4-8DA7-4E4D-8966-88DE2AD132A2}" destId="{70CB49F9-FBFA-4A51-ADAF-A52B181E8658}" srcOrd="0" destOrd="0" presId="urn:microsoft.com/office/officeart/2005/8/layout/vList5"/>
    <dgm:cxn modelId="{FE4BA49A-BDA7-41EA-AA1B-4AA3149C5924}" srcId="{D296AFE2-04A1-442E-96C5-D170D885DF62}" destId="{6A7FEAE8-6E9B-4338-B4CB-D4B0E10C4B07}" srcOrd="0" destOrd="0" parTransId="{6EC66119-0455-4998-9B6A-EFB0902632DA}" sibTransId="{C8D6255F-2A88-42B4-AA26-D913FD8AF0D7}"/>
    <dgm:cxn modelId="{2FF2CB9F-0CEC-4EF6-9FB2-C9F70C38AC27}" type="presOf" srcId="{A3D4EA25-72B5-456A-924B-97235AF713AD}" destId="{528748A1-8455-4CB7-8477-E82C2B3DCDB4}" srcOrd="0" destOrd="0" presId="urn:microsoft.com/office/officeart/2005/8/layout/vList5"/>
    <dgm:cxn modelId="{C72CC2A8-563A-487C-BF48-B1DBA9A02D51}" srcId="{3F9E2535-9653-4946-A687-873D8F7BFBD2}" destId="{F51A1665-C92A-465B-8957-A8C19CC44BB0}" srcOrd="1" destOrd="0" parTransId="{F78B7757-8BCC-4635-8A0A-216024A1D780}" sibTransId="{29E825A1-A738-424C-BC18-8FA970178363}"/>
    <dgm:cxn modelId="{23B8FBB3-0F58-4A30-9724-854639CD3158}" type="presOf" srcId="{3F9E2535-9653-4946-A687-873D8F7BFBD2}" destId="{4B23F8FF-244E-4E46-8466-184BAF89AE94}" srcOrd="0" destOrd="0" presId="urn:microsoft.com/office/officeart/2005/8/layout/vList5"/>
    <dgm:cxn modelId="{267132B7-0077-4D0D-8FB1-86C4027F7393}" srcId="{A3D4EA25-72B5-456A-924B-97235AF713AD}" destId="{C7F09FA2-5176-4390-B7BD-75E132E46683}" srcOrd="0" destOrd="0" parTransId="{7BAB7A93-065F-4D3F-9A5A-D869CCFD5A36}" sibTransId="{66B7A117-B361-4870-AD9D-6CE3B4441A6A}"/>
    <dgm:cxn modelId="{187097B9-4CB5-4A71-8F67-5D8036B578D6}" type="presOf" srcId="{4F970103-1A17-4DD5-B010-703FAC61B1B6}" destId="{FCE16092-3EB1-4BD6-9CFC-2687950A3D96}" srcOrd="0" destOrd="1" presId="urn:microsoft.com/office/officeart/2005/8/layout/vList5"/>
    <dgm:cxn modelId="{26E03EC0-706D-4134-BC79-C97EFB79A6B3}" srcId="{2F4FF399-C6FA-443E-B377-33BCDD217D1D}" destId="{4F384C4F-89CA-4E40-ABDE-8CCA2987D83F}" srcOrd="2" destOrd="0" parTransId="{7D6DE53C-CFDF-4DE4-81AB-0D3D5DF90CA6}" sibTransId="{6949E991-AD3E-436D-98A1-1DF9898B43A6}"/>
    <dgm:cxn modelId="{62388AC1-905A-4DFC-B202-DE5B73EB76B4}" type="presOf" srcId="{E460B662-29F0-4E4F-AC80-AC3A4F81B72B}" destId="{FCE16092-3EB1-4BD6-9CFC-2687950A3D96}" srcOrd="0" destOrd="0" presId="urn:microsoft.com/office/officeart/2005/8/layout/vList5"/>
    <dgm:cxn modelId="{A54E07C4-E469-400F-AA4B-1222622AB08D}" type="presOf" srcId="{C7F09FA2-5176-4390-B7BD-75E132E46683}" destId="{99A7EE0E-C607-4FAA-AE3C-5207D7E570A4}" srcOrd="0" destOrd="0" presId="urn:microsoft.com/office/officeart/2005/8/layout/vList5"/>
    <dgm:cxn modelId="{879162C5-0599-498C-A2ED-141D583DD6A8}" type="presOf" srcId="{F51A1665-C92A-465B-8957-A8C19CC44BB0}" destId="{CC2DDC7C-0FE1-46F8-9BCB-B330A8DAD698}" srcOrd="0" destOrd="0" presId="urn:microsoft.com/office/officeart/2005/8/layout/vList5"/>
    <dgm:cxn modelId="{BB5FCBFE-BB83-4CCD-9F6A-ACBC2407EBFB}" srcId="{6500094B-ABF5-4672-BE86-92F344DBBCE4}" destId="{4F970103-1A17-4DD5-B010-703FAC61B1B6}" srcOrd="1" destOrd="0" parTransId="{2AD96B9D-8088-4C1E-86FE-7C9BC11823D7}" sibTransId="{C3BDD41F-CD0C-405C-8376-3EC8F18C1E9E}"/>
    <dgm:cxn modelId="{A9171279-489E-4D3D-AFBE-B3A551C21FEB}" type="presParOf" srcId="{4B23F8FF-244E-4E46-8466-184BAF89AE94}" destId="{9D30B4D4-F775-4B7A-81E1-42D4185AEEFE}" srcOrd="0" destOrd="0" presId="urn:microsoft.com/office/officeart/2005/8/layout/vList5"/>
    <dgm:cxn modelId="{F09136A1-73E9-41B2-8ADA-44FFA7772FD7}" type="presParOf" srcId="{9D30B4D4-F775-4B7A-81E1-42D4185AEEFE}" destId="{7A75F29F-00BE-4B0D-BF01-FD23A77267D1}" srcOrd="0" destOrd="0" presId="urn:microsoft.com/office/officeart/2005/8/layout/vList5"/>
    <dgm:cxn modelId="{577F4ACD-4216-4F47-A46F-5B5F835DD7E3}" type="presParOf" srcId="{9D30B4D4-F775-4B7A-81E1-42D4185AEEFE}" destId="{5E1742FB-B511-4995-B178-5921863FE187}" srcOrd="1" destOrd="0" presId="urn:microsoft.com/office/officeart/2005/8/layout/vList5"/>
    <dgm:cxn modelId="{59B46CFA-75BE-446D-B178-174F401BF541}" type="presParOf" srcId="{4B23F8FF-244E-4E46-8466-184BAF89AE94}" destId="{BF2AFF27-4B46-4EB5-A062-895B363BD915}" srcOrd="1" destOrd="0" presId="urn:microsoft.com/office/officeart/2005/8/layout/vList5"/>
    <dgm:cxn modelId="{6C7DFE78-0052-4947-BA70-B84121D2941E}" type="presParOf" srcId="{4B23F8FF-244E-4E46-8466-184BAF89AE94}" destId="{9DB5C2A5-7B58-4A75-83D4-D7C3C993A40B}" srcOrd="2" destOrd="0" presId="urn:microsoft.com/office/officeart/2005/8/layout/vList5"/>
    <dgm:cxn modelId="{2F65A49F-90C3-46C9-8F11-207BE04F86DD}" type="presParOf" srcId="{9DB5C2A5-7B58-4A75-83D4-D7C3C993A40B}" destId="{CC2DDC7C-0FE1-46F8-9BCB-B330A8DAD698}" srcOrd="0" destOrd="0" presId="urn:microsoft.com/office/officeart/2005/8/layout/vList5"/>
    <dgm:cxn modelId="{8C4B84C6-42B1-40D0-ACB8-9823C3B49037}" type="presParOf" srcId="{9DB5C2A5-7B58-4A75-83D4-D7C3C993A40B}" destId="{70CB49F9-FBFA-4A51-ADAF-A52B181E8658}" srcOrd="1" destOrd="0" presId="urn:microsoft.com/office/officeart/2005/8/layout/vList5"/>
    <dgm:cxn modelId="{AEDF7B56-1482-48E7-B046-96420A8615F7}" type="presParOf" srcId="{4B23F8FF-244E-4E46-8466-184BAF89AE94}" destId="{DE8EBD2A-5C76-49C4-957D-9AC151F4068F}" srcOrd="3" destOrd="0" presId="urn:microsoft.com/office/officeart/2005/8/layout/vList5"/>
    <dgm:cxn modelId="{3A059B21-041E-4A00-A0CE-50AFBD14582C}" type="presParOf" srcId="{4B23F8FF-244E-4E46-8466-184BAF89AE94}" destId="{173E665B-3057-419F-A310-20FA5DD1DC1B}" srcOrd="4" destOrd="0" presId="urn:microsoft.com/office/officeart/2005/8/layout/vList5"/>
    <dgm:cxn modelId="{1897D358-4C57-4B43-B178-8330486B0BCA}" type="presParOf" srcId="{173E665B-3057-419F-A310-20FA5DD1DC1B}" destId="{BD3D861A-8C28-400C-84B1-B6E8F35DE9AF}" srcOrd="0" destOrd="0" presId="urn:microsoft.com/office/officeart/2005/8/layout/vList5"/>
    <dgm:cxn modelId="{2629A51D-2479-4DF8-A58B-26853C997BD3}" type="presParOf" srcId="{173E665B-3057-419F-A310-20FA5DD1DC1B}" destId="{B674C094-70BD-4163-AC06-A42EAD4030AB}" srcOrd="1" destOrd="0" presId="urn:microsoft.com/office/officeart/2005/8/layout/vList5"/>
    <dgm:cxn modelId="{7460E17A-1A2A-493C-8B6B-6765E77DB1F4}" type="presParOf" srcId="{4B23F8FF-244E-4E46-8466-184BAF89AE94}" destId="{7EA6AE67-5C53-4A54-951B-4332B4280240}" srcOrd="5" destOrd="0" presId="urn:microsoft.com/office/officeart/2005/8/layout/vList5"/>
    <dgm:cxn modelId="{22A66243-AFE6-41E8-8DB7-FC0BCBA8BA90}" type="presParOf" srcId="{4B23F8FF-244E-4E46-8466-184BAF89AE94}" destId="{86461C43-A8BC-46ED-9868-D0C17F14F968}" srcOrd="6" destOrd="0" presId="urn:microsoft.com/office/officeart/2005/8/layout/vList5"/>
    <dgm:cxn modelId="{EBC82D85-692E-440F-A2E6-AC1C3F272CD3}" type="presParOf" srcId="{86461C43-A8BC-46ED-9868-D0C17F14F968}" destId="{528748A1-8455-4CB7-8477-E82C2B3DCDB4}" srcOrd="0" destOrd="0" presId="urn:microsoft.com/office/officeart/2005/8/layout/vList5"/>
    <dgm:cxn modelId="{79995C7A-09A8-4102-B066-C770E406C935}" type="presParOf" srcId="{86461C43-A8BC-46ED-9868-D0C17F14F968}" destId="{99A7EE0E-C607-4FAA-AE3C-5207D7E570A4}" srcOrd="1" destOrd="0" presId="urn:microsoft.com/office/officeart/2005/8/layout/vList5"/>
    <dgm:cxn modelId="{AA0FDD4A-18EF-4642-BD23-14CEDC5BE359}" type="presParOf" srcId="{4B23F8FF-244E-4E46-8466-184BAF89AE94}" destId="{E4701C50-6CB6-42BC-BF41-A5C2D6F67254}" srcOrd="7" destOrd="0" presId="urn:microsoft.com/office/officeart/2005/8/layout/vList5"/>
    <dgm:cxn modelId="{B3E24D76-1322-48BA-9F6E-615EAABDF51D}" type="presParOf" srcId="{4B23F8FF-244E-4E46-8466-184BAF89AE94}" destId="{517AF96F-88AE-494A-9191-4F2D006551AF}" srcOrd="8" destOrd="0" presId="urn:microsoft.com/office/officeart/2005/8/layout/vList5"/>
    <dgm:cxn modelId="{8BBDDF65-F11B-4469-A0F5-1CFEC4294C0E}" type="presParOf" srcId="{517AF96F-88AE-494A-9191-4F2D006551AF}" destId="{07E79FD3-6848-4F8A-843A-1D266EDC9A5E}" srcOrd="0" destOrd="0" presId="urn:microsoft.com/office/officeart/2005/8/layout/vList5"/>
    <dgm:cxn modelId="{14424326-544F-4FB7-89D7-EC6881D3F75C}" type="presParOf" srcId="{517AF96F-88AE-494A-9191-4F2D006551AF}" destId="{FCE16092-3EB1-4BD6-9CFC-2687950A3D96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8628199-4497-4F88-9054-A390C49042BF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CDEDAC1-13CB-4612-AE71-8645C644700C}">
      <dgm:prSet phldrT="[Text]"/>
      <dgm:spPr/>
      <dgm:t>
        <a:bodyPr/>
        <a:lstStyle/>
        <a:p>
          <a:r>
            <a:rPr lang="en-IN" dirty="0">
              <a:latin typeface="Source Sans Pro" panose="020B0503030403020204" pitchFamily="34" charset="0"/>
              <a:ea typeface="Source Sans Pro" panose="020B0503030403020204" pitchFamily="34" charset="0"/>
            </a:rPr>
            <a:t>Striking features of OOP</a:t>
          </a:r>
        </a:p>
      </dgm:t>
    </dgm:pt>
    <dgm:pt modelId="{B2127C9F-2CFF-43A3-BC5D-48336CD4EACF}" type="parTrans" cxnId="{88AE889A-5C05-4778-9465-F65E2D251F71}">
      <dgm:prSet/>
      <dgm:spPr/>
      <dgm:t>
        <a:bodyPr/>
        <a:lstStyle/>
        <a:p>
          <a:endParaRPr lang="en-IN"/>
        </a:p>
      </dgm:t>
    </dgm:pt>
    <dgm:pt modelId="{58EFC1E9-124D-49EC-ACE9-3407C3BAF03F}" type="sibTrans" cxnId="{88AE889A-5C05-4778-9465-F65E2D251F71}">
      <dgm:prSet/>
      <dgm:spPr/>
      <dgm:t>
        <a:bodyPr/>
        <a:lstStyle/>
        <a:p>
          <a:endParaRPr lang="en-IN"/>
        </a:p>
      </dgm:t>
    </dgm:pt>
    <dgm:pt modelId="{B1D75E16-C65D-41A4-9769-2CFD2E24BFF4}">
      <dgm:prSet phldrT="[Text]"/>
      <dgm:spPr/>
      <dgm:t>
        <a:bodyPr/>
        <a:lstStyle/>
        <a:p>
          <a:r>
            <a:rPr lang="en-IN" dirty="0">
              <a:latin typeface="Source Sans Pro" panose="020B0503030403020204" pitchFamily="34" charset="0"/>
              <a:ea typeface="Source Sans Pro" panose="020B0503030403020204" pitchFamily="34" charset="0"/>
            </a:rPr>
            <a:t>Emphasis data </a:t>
          </a:r>
        </a:p>
      </dgm:t>
    </dgm:pt>
    <dgm:pt modelId="{D5204E23-7FD6-424B-8BA5-D67B2189AC9B}" type="parTrans" cxnId="{C07EA6D0-F3D8-4142-B199-041EA7A88A44}">
      <dgm:prSet/>
      <dgm:spPr/>
      <dgm:t>
        <a:bodyPr/>
        <a:lstStyle/>
        <a:p>
          <a:endParaRPr lang="en-IN"/>
        </a:p>
      </dgm:t>
    </dgm:pt>
    <dgm:pt modelId="{832C8419-7E6D-4724-8EA7-58707E714809}" type="sibTrans" cxnId="{C07EA6D0-F3D8-4142-B199-041EA7A88A44}">
      <dgm:prSet/>
      <dgm:spPr/>
      <dgm:t>
        <a:bodyPr/>
        <a:lstStyle/>
        <a:p>
          <a:endParaRPr lang="en-IN"/>
        </a:p>
      </dgm:t>
    </dgm:pt>
    <dgm:pt modelId="{3AE7E66D-5770-42CA-A77F-97F0FA054E1E}">
      <dgm:prSet phldrT="[Text]"/>
      <dgm:spPr/>
      <dgm:t>
        <a:bodyPr/>
        <a:lstStyle/>
        <a:p>
          <a:r>
            <a:rPr lang="en-IN" dirty="0">
              <a:latin typeface="Source Sans Pro" panose="020B0503030403020204" pitchFamily="34" charset="0"/>
              <a:ea typeface="Source Sans Pro" panose="020B0503030403020204" pitchFamily="34" charset="0"/>
            </a:rPr>
            <a:t>Program divided into object</a:t>
          </a:r>
        </a:p>
      </dgm:t>
    </dgm:pt>
    <dgm:pt modelId="{80FC3ECA-80FA-4019-9BA5-77FDE697A536}" type="parTrans" cxnId="{D04E924E-EF14-4B36-9414-F0FFA3287C5F}">
      <dgm:prSet/>
      <dgm:spPr/>
      <dgm:t>
        <a:bodyPr/>
        <a:lstStyle/>
        <a:p>
          <a:endParaRPr lang="en-IN"/>
        </a:p>
      </dgm:t>
    </dgm:pt>
    <dgm:pt modelId="{B673D1F2-0494-43D9-98A8-8E5FC66B783F}" type="sibTrans" cxnId="{D04E924E-EF14-4B36-9414-F0FFA3287C5F}">
      <dgm:prSet/>
      <dgm:spPr/>
      <dgm:t>
        <a:bodyPr/>
        <a:lstStyle/>
        <a:p>
          <a:endParaRPr lang="en-IN"/>
        </a:p>
      </dgm:t>
    </dgm:pt>
    <dgm:pt modelId="{7043AFD1-EE2A-4527-AE34-1DE841EB17FA}">
      <dgm:prSet phldrT="[Text]"/>
      <dgm:spPr/>
      <dgm:t>
        <a:bodyPr/>
        <a:lstStyle/>
        <a:p>
          <a:r>
            <a:rPr lang="en-IN" dirty="0">
              <a:latin typeface="Source Sans Pro" panose="020B0503030403020204" pitchFamily="34" charset="0"/>
              <a:ea typeface="Source Sans Pro" panose="020B0503030403020204" pitchFamily="34" charset="0"/>
            </a:rPr>
            <a:t>Data structure</a:t>
          </a:r>
        </a:p>
      </dgm:t>
    </dgm:pt>
    <dgm:pt modelId="{4CEF0DB7-E61D-46E8-B35F-0E36196537E0}" type="parTrans" cxnId="{D033EEE3-96F5-47B4-AB45-02ECFD2F9134}">
      <dgm:prSet/>
      <dgm:spPr/>
      <dgm:t>
        <a:bodyPr/>
        <a:lstStyle/>
        <a:p>
          <a:endParaRPr lang="en-IN"/>
        </a:p>
      </dgm:t>
    </dgm:pt>
    <dgm:pt modelId="{E3183D2C-412D-4420-AA23-9E85DC9756CB}" type="sibTrans" cxnId="{D033EEE3-96F5-47B4-AB45-02ECFD2F9134}">
      <dgm:prSet/>
      <dgm:spPr/>
      <dgm:t>
        <a:bodyPr/>
        <a:lstStyle/>
        <a:p>
          <a:endParaRPr lang="en-IN"/>
        </a:p>
      </dgm:t>
    </dgm:pt>
    <dgm:pt modelId="{136AA4FC-7019-4B62-B350-C12B90DEFF48}">
      <dgm:prSet phldrT="[Text]"/>
      <dgm:spPr/>
      <dgm:t>
        <a:bodyPr/>
        <a:lstStyle/>
        <a:p>
          <a:r>
            <a:rPr lang="en-IN" dirty="0">
              <a:latin typeface="Source Sans Pro" panose="020B0503030403020204" pitchFamily="34" charset="0"/>
              <a:ea typeface="Source Sans Pro" panose="020B0503030403020204" pitchFamily="34" charset="0"/>
            </a:rPr>
            <a:t>Function</a:t>
          </a:r>
        </a:p>
      </dgm:t>
    </dgm:pt>
    <dgm:pt modelId="{B79F5FE6-78DB-4757-BEEA-647DB2583569}" type="parTrans" cxnId="{17E4998B-3C1F-41D1-952B-984F68D0B61C}">
      <dgm:prSet/>
      <dgm:spPr/>
      <dgm:t>
        <a:bodyPr/>
        <a:lstStyle/>
        <a:p>
          <a:endParaRPr lang="en-IN"/>
        </a:p>
      </dgm:t>
    </dgm:pt>
    <dgm:pt modelId="{B191576A-90DE-4ECD-A6FE-67C98C09A2EA}" type="sibTrans" cxnId="{17E4998B-3C1F-41D1-952B-984F68D0B61C}">
      <dgm:prSet/>
      <dgm:spPr/>
      <dgm:t>
        <a:bodyPr/>
        <a:lstStyle/>
        <a:p>
          <a:endParaRPr lang="en-IN"/>
        </a:p>
      </dgm:t>
    </dgm:pt>
    <dgm:pt modelId="{7725B9C4-9CEF-4637-9FF1-7E0E58F70F3E}">
      <dgm:prSet phldrT="[Text]"/>
      <dgm:spPr/>
      <dgm:t>
        <a:bodyPr/>
        <a:lstStyle/>
        <a:p>
          <a:r>
            <a:rPr lang="en-IN" dirty="0">
              <a:latin typeface="Source Sans Pro" panose="020B0503030403020204" pitchFamily="34" charset="0"/>
              <a:ea typeface="Source Sans Pro" panose="020B0503030403020204" pitchFamily="34" charset="0"/>
            </a:rPr>
            <a:t>Hidden Data</a:t>
          </a:r>
        </a:p>
      </dgm:t>
    </dgm:pt>
    <dgm:pt modelId="{1730F2C8-7403-47EA-808A-C537B30A9B5B}" type="parTrans" cxnId="{2867EB07-0D7D-476B-B919-E4DF3778C8D4}">
      <dgm:prSet/>
      <dgm:spPr/>
      <dgm:t>
        <a:bodyPr/>
        <a:lstStyle/>
        <a:p>
          <a:endParaRPr lang="en-IN"/>
        </a:p>
      </dgm:t>
    </dgm:pt>
    <dgm:pt modelId="{09FA2B85-C884-45C9-8F63-505DD4A430E2}" type="sibTrans" cxnId="{2867EB07-0D7D-476B-B919-E4DF3778C8D4}">
      <dgm:prSet/>
      <dgm:spPr/>
      <dgm:t>
        <a:bodyPr/>
        <a:lstStyle/>
        <a:p>
          <a:endParaRPr lang="en-IN"/>
        </a:p>
      </dgm:t>
    </dgm:pt>
    <dgm:pt modelId="{B9362B57-CF4F-49F6-9E1A-7579E9CACF03}">
      <dgm:prSet phldrT="[Text]"/>
      <dgm:spPr/>
      <dgm:t>
        <a:bodyPr/>
        <a:lstStyle/>
        <a:p>
          <a:r>
            <a:rPr lang="en-IN" dirty="0">
              <a:latin typeface="Source Sans Pro" panose="020B0503030403020204" pitchFamily="34" charset="0"/>
              <a:ea typeface="Source Sans Pro" panose="020B0503030403020204" pitchFamily="34" charset="0"/>
            </a:rPr>
            <a:t>Object Communication</a:t>
          </a:r>
        </a:p>
      </dgm:t>
    </dgm:pt>
    <dgm:pt modelId="{E7C4762F-BCC9-4044-AD09-AC9ABD527BC8}" type="parTrans" cxnId="{590C14A9-1B33-4866-987B-387C8CE10B3E}">
      <dgm:prSet/>
      <dgm:spPr/>
      <dgm:t>
        <a:bodyPr/>
        <a:lstStyle/>
        <a:p>
          <a:endParaRPr lang="en-IN"/>
        </a:p>
      </dgm:t>
    </dgm:pt>
    <dgm:pt modelId="{EF2E6637-C242-42EC-A234-9620A1034CBD}" type="sibTrans" cxnId="{590C14A9-1B33-4866-987B-387C8CE10B3E}">
      <dgm:prSet/>
      <dgm:spPr/>
      <dgm:t>
        <a:bodyPr/>
        <a:lstStyle/>
        <a:p>
          <a:endParaRPr lang="en-IN"/>
        </a:p>
      </dgm:t>
    </dgm:pt>
    <dgm:pt modelId="{F9B6BFC7-9125-4C4C-A631-1D168279D762}">
      <dgm:prSet phldrT="[Text]"/>
      <dgm:spPr/>
      <dgm:t>
        <a:bodyPr/>
        <a:lstStyle/>
        <a:p>
          <a:r>
            <a:rPr lang="en-IN" dirty="0">
              <a:latin typeface="Source Sans Pro" panose="020B0503030403020204" pitchFamily="34" charset="0"/>
              <a:ea typeface="Source Sans Pro" panose="020B0503030403020204" pitchFamily="34" charset="0"/>
            </a:rPr>
            <a:t>New data/function easily add</a:t>
          </a:r>
        </a:p>
      </dgm:t>
    </dgm:pt>
    <dgm:pt modelId="{7362C81F-A746-4654-9D2F-FC4FB336C5D7}" type="parTrans" cxnId="{C5B9F9C0-37BB-407F-B912-1033C2124585}">
      <dgm:prSet/>
      <dgm:spPr/>
      <dgm:t>
        <a:bodyPr/>
        <a:lstStyle/>
        <a:p>
          <a:endParaRPr lang="en-IN"/>
        </a:p>
      </dgm:t>
    </dgm:pt>
    <dgm:pt modelId="{9AE49EC7-9EFF-4222-8A1F-BE4EA1FBA5B8}" type="sibTrans" cxnId="{C5B9F9C0-37BB-407F-B912-1033C2124585}">
      <dgm:prSet/>
      <dgm:spPr/>
      <dgm:t>
        <a:bodyPr/>
        <a:lstStyle/>
        <a:p>
          <a:endParaRPr lang="en-IN"/>
        </a:p>
      </dgm:t>
    </dgm:pt>
    <dgm:pt modelId="{C02C8CDE-16C6-4919-AD3A-A42FF8D6CC58}">
      <dgm:prSet phldrT="[Text]"/>
      <dgm:spPr/>
      <dgm:t>
        <a:bodyPr/>
        <a:lstStyle/>
        <a:p>
          <a:r>
            <a:rPr lang="en-IN" dirty="0">
              <a:latin typeface="Source Sans Pro" panose="020B0503030403020204" pitchFamily="34" charset="0"/>
              <a:ea typeface="Source Sans Pro" panose="020B0503030403020204" pitchFamily="34" charset="0"/>
            </a:rPr>
            <a:t>Follow bottom of approach</a:t>
          </a:r>
        </a:p>
      </dgm:t>
    </dgm:pt>
    <dgm:pt modelId="{8DB6BEDA-373F-461D-BCC1-F62824692585}" type="parTrans" cxnId="{3BF564E0-6982-4A76-8A9A-4509B686AB6D}">
      <dgm:prSet/>
      <dgm:spPr/>
      <dgm:t>
        <a:bodyPr/>
        <a:lstStyle/>
        <a:p>
          <a:endParaRPr lang="en-IN"/>
        </a:p>
      </dgm:t>
    </dgm:pt>
    <dgm:pt modelId="{D4D60912-3B65-4CEA-AC15-2DBF6BC73870}" type="sibTrans" cxnId="{3BF564E0-6982-4A76-8A9A-4509B686AB6D}">
      <dgm:prSet/>
      <dgm:spPr/>
      <dgm:t>
        <a:bodyPr/>
        <a:lstStyle/>
        <a:p>
          <a:endParaRPr lang="en-IN"/>
        </a:p>
      </dgm:t>
    </dgm:pt>
    <dgm:pt modelId="{3F1D746E-9112-42A4-87B5-2416A9760301}" type="pres">
      <dgm:prSet presAssocID="{B8628199-4497-4F88-9054-A390C49042BF}" presName="vert0" presStyleCnt="0">
        <dgm:presLayoutVars>
          <dgm:dir/>
          <dgm:animOne val="branch"/>
          <dgm:animLvl val="lvl"/>
        </dgm:presLayoutVars>
      </dgm:prSet>
      <dgm:spPr/>
    </dgm:pt>
    <dgm:pt modelId="{C1C95543-86F5-441F-ADC4-4260144C8571}" type="pres">
      <dgm:prSet presAssocID="{6CDEDAC1-13CB-4612-AE71-8645C644700C}" presName="thickLine" presStyleLbl="alignNode1" presStyleIdx="0" presStyleCnt="1"/>
      <dgm:spPr/>
    </dgm:pt>
    <dgm:pt modelId="{445DDAED-E05E-40DF-BCAE-4FF415F39882}" type="pres">
      <dgm:prSet presAssocID="{6CDEDAC1-13CB-4612-AE71-8645C644700C}" presName="horz1" presStyleCnt="0"/>
      <dgm:spPr/>
    </dgm:pt>
    <dgm:pt modelId="{6C4A0ACE-B41F-486A-8352-66E4B8E5AB17}" type="pres">
      <dgm:prSet presAssocID="{6CDEDAC1-13CB-4612-AE71-8645C644700C}" presName="tx1" presStyleLbl="revTx" presStyleIdx="0" presStyleCnt="9"/>
      <dgm:spPr/>
    </dgm:pt>
    <dgm:pt modelId="{B54D27D8-E267-4398-BCEF-65C6C01F43B6}" type="pres">
      <dgm:prSet presAssocID="{6CDEDAC1-13CB-4612-AE71-8645C644700C}" presName="vert1" presStyleCnt="0"/>
      <dgm:spPr/>
    </dgm:pt>
    <dgm:pt modelId="{7E150908-19C6-44E2-9982-550AABBB3CC6}" type="pres">
      <dgm:prSet presAssocID="{B1D75E16-C65D-41A4-9769-2CFD2E24BFF4}" presName="vertSpace2a" presStyleCnt="0"/>
      <dgm:spPr/>
    </dgm:pt>
    <dgm:pt modelId="{3E3F7B57-732E-4671-B2EC-3AA5278710A0}" type="pres">
      <dgm:prSet presAssocID="{B1D75E16-C65D-41A4-9769-2CFD2E24BFF4}" presName="horz2" presStyleCnt="0"/>
      <dgm:spPr/>
    </dgm:pt>
    <dgm:pt modelId="{2D58E547-07AD-499F-B770-2BE582E8E5EC}" type="pres">
      <dgm:prSet presAssocID="{B1D75E16-C65D-41A4-9769-2CFD2E24BFF4}" presName="horzSpace2" presStyleCnt="0"/>
      <dgm:spPr/>
    </dgm:pt>
    <dgm:pt modelId="{D0F49530-A39B-4541-BCE2-16122CA1EE36}" type="pres">
      <dgm:prSet presAssocID="{B1D75E16-C65D-41A4-9769-2CFD2E24BFF4}" presName="tx2" presStyleLbl="revTx" presStyleIdx="1" presStyleCnt="9"/>
      <dgm:spPr/>
    </dgm:pt>
    <dgm:pt modelId="{C3EC20FD-6B72-418F-9730-AB8D0586463E}" type="pres">
      <dgm:prSet presAssocID="{B1D75E16-C65D-41A4-9769-2CFD2E24BFF4}" presName="vert2" presStyleCnt="0"/>
      <dgm:spPr/>
    </dgm:pt>
    <dgm:pt modelId="{945DE252-5A5A-4EC0-987F-0A246424AD68}" type="pres">
      <dgm:prSet presAssocID="{B1D75E16-C65D-41A4-9769-2CFD2E24BFF4}" presName="thinLine2b" presStyleLbl="callout" presStyleIdx="0" presStyleCnt="8"/>
      <dgm:spPr/>
    </dgm:pt>
    <dgm:pt modelId="{3B4A6882-6217-464E-A91D-E42CC977188A}" type="pres">
      <dgm:prSet presAssocID="{B1D75E16-C65D-41A4-9769-2CFD2E24BFF4}" presName="vertSpace2b" presStyleCnt="0"/>
      <dgm:spPr/>
    </dgm:pt>
    <dgm:pt modelId="{8FC84D9E-685F-489E-BD56-BEC3A54A33B7}" type="pres">
      <dgm:prSet presAssocID="{3AE7E66D-5770-42CA-A77F-97F0FA054E1E}" presName="horz2" presStyleCnt="0"/>
      <dgm:spPr/>
    </dgm:pt>
    <dgm:pt modelId="{A0F179FD-34B3-41AB-B0F0-FCDC0FCBE848}" type="pres">
      <dgm:prSet presAssocID="{3AE7E66D-5770-42CA-A77F-97F0FA054E1E}" presName="horzSpace2" presStyleCnt="0"/>
      <dgm:spPr/>
    </dgm:pt>
    <dgm:pt modelId="{FE9576EE-C3BD-4313-8434-B19298D52F35}" type="pres">
      <dgm:prSet presAssocID="{3AE7E66D-5770-42CA-A77F-97F0FA054E1E}" presName="tx2" presStyleLbl="revTx" presStyleIdx="2" presStyleCnt="9"/>
      <dgm:spPr/>
    </dgm:pt>
    <dgm:pt modelId="{1EF657B9-8948-4A69-96E5-196B28DD0246}" type="pres">
      <dgm:prSet presAssocID="{3AE7E66D-5770-42CA-A77F-97F0FA054E1E}" presName="vert2" presStyleCnt="0"/>
      <dgm:spPr/>
    </dgm:pt>
    <dgm:pt modelId="{31B0EAB2-CE4C-4AD0-B1E1-55CB698C29BC}" type="pres">
      <dgm:prSet presAssocID="{3AE7E66D-5770-42CA-A77F-97F0FA054E1E}" presName="thinLine2b" presStyleLbl="callout" presStyleIdx="1" presStyleCnt="8"/>
      <dgm:spPr/>
    </dgm:pt>
    <dgm:pt modelId="{90275F53-DF15-495D-8486-96D6F51106B8}" type="pres">
      <dgm:prSet presAssocID="{3AE7E66D-5770-42CA-A77F-97F0FA054E1E}" presName="vertSpace2b" presStyleCnt="0"/>
      <dgm:spPr/>
    </dgm:pt>
    <dgm:pt modelId="{2DF10F26-FDFD-4175-964A-BD9CAF70B505}" type="pres">
      <dgm:prSet presAssocID="{7043AFD1-EE2A-4527-AE34-1DE841EB17FA}" presName="horz2" presStyleCnt="0"/>
      <dgm:spPr/>
    </dgm:pt>
    <dgm:pt modelId="{80B39F82-04DF-4BAF-A317-E239494A401F}" type="pres">
      <dgm:prSet presAssocID="{7043AFD1-EE2A-4527-AE34-1DE841EB17FA}" presName="horzSpace2" presStyleCnt="0"/>
      <dgm:spPr/>
    </dgm:pt>
    <dgm:pt modelId="{DCFCE755-406B-42E7-B6B9-93D76658E098}" type="pres">
      <dgm:prSet presAssocID="{7043AFD1-EE2A-4527-AE34-1DE841EB17FA}" presName="tx2" presStyleLbl="revTx" presStyleIdx="3" presStyleCnt="9"/>
      <dgm:spPr/>
    </dgm:pt>
    <dgm:pt modelId="{A4431B24-2ADD-4FC6-8234-C06FD0D61700}" type="pres">
      <dgm:prSet presAssocID="{7043AFD1-EE2A-4527-AE34-1DE841EB17FA}" presName="vert2" presStyleCnt="0"/>
      <dgm:spPr/>
    </dgm:pt>
    <dgm:pt modelId="{E6A783D5-C30B-4194-B5F4-B0B15124DE42}" type="pres">
      <dgm:prSet presAssocID="{7043AFD1-EE2A-4527-AE34-1DE841EB17FA}" presName="thinLine2b" presStyleLbl="callout" presStyleIdx="2" presStyleCnt="8"/>
      <dgm:spPr/>
    </dgm:pt>
    <dgm:pt modelId="{D4D4F7A9-EB5B-415F-A23B-975E2E1A4E5E}" type="pres">
      <dgm:prSet presAssocID="{7043AFD1-EE2A-4527-AE34-1DE841EB17FA}" presName="vertSpace2b" presStyleCnt="0"/>
      <dgm:spPr/>
    </dgm:pt>
    <dgm:pt modelId="{91F13456-4D5D-41A0-9BCC-6BDBE5391425}" type="pres">
      <dgm:prSet presAssocID="{136AA4FC-7019-4B62-B350-C12B90DEFF48}" presName="horz2" presStyleCnt="0"/>
      <dgm:spPr/>
    </dgm:pt>
    <dgm:pt modelId="{F82B710E-770C-41C0-AE73-653AF0AA9D40}" type="pres">
      <dgm:prSet presAssocID="{136AA4FC-7019-4B62-B350-C12B90DEFF48}" presName="horzSpace2" presStyleCnt="0"/>
      <dgm:spPr/>
    </dgm:pt>
    <dgm:pt modelId="{44FB561C-E1DD-43B9-A4D3-076A2CDF457E}" type="pres">
      <dgm:prSet presAssocID="{136AA4FC-7019-4B62-B350-C12B90DEFF48}" presName="tx2" presStyleLbl="revTx" presStyleIdx="4" presStyleCnt="9"/>
      <dgm:spPr/>
    </dgm:pt>
    <dgm:pt modelId="{78144703-0E0F-4DDD-89B0-0C9C9EC90373}" type="pres">
      <dgm:prSet presAssocID="{136AA4FC-7019-4B62-B350-C12B90DEFF48}" presName="vert2" presStyleCnt="0"/>
      <dgm:spPr/>
    </dgm:pt>
    <dgm:pt modelId="{C2357431-90F3-424C-9719-B89B7A519F42}" type="pres">
      <dgm:prSet presAssocID="{136AA4FC-7019-4B62-B350-C12B90DEFF48}" presName="thinLine2b" presStyleLbl="callout" presStyleIdx="3" presStyleCnt="8"/>
      <dgm:spPr/>
    </dgm:pt>
    <dgm:pt modelId="{89617BED-1AA2-4FED-8B1F-A2911A5DCEA3}" type="pres">
      <dgm:prSet presAssocID="{136AA4FC-7019-4B62-B350-C12B90DEFF48}" presName="vertSpace2b" presStyleCnt="0"/>
      <dgm:spPr/>
    </dgm:pt>
    <dgm:pt modelId="{721E2763-D1A7-43E6-B753-AB6268E2DB16}" type="pres">
      <dgm:prSet presAssocID="{7725B9C4-9CEF-4637-9FF1-7E0E58F70F3E}" presName="horz2" presStyleCnt="0"/>
      <dgm:spPr/>
    </dgm:pt>
    <dgm:pt modelId="{BA41B8C5-0B8B-40B1-B3B1-FC72E20610AC}" type="pres">
      <dgm:prSet presAssocID="{7725B9C4-9CEF-4637-9FF1-7E0E58F70F3E}" presName="horzSpace2" presStyleCnt="0"/>
      <dgm:spPr/>
    </dgm:pt>
    <dgm:pt modelId="{2BD48C18-CD9D-4C1C-9951-367D6664A5FA}" type="pres">
      <dgm:prSet presAssocID="{7725B9C4-9CEF-4637-9FF1-7E0E58F70F3E}" presName="tx2" presStyleLbl="revTx" presStyleIdx="5" presStyleCnt="9"/>
      <dgm:spPr/>
    </dgm:pt>
    <dgm:pt modelId="{7D1252CA-A1B1-4C75-903B-5D77AE15ED81}" type="pres">
      <dgm:prSet presAssocID="{7725B9C4-9CEF-4637-9FF1-7E0E58F70F3E}" presName="vert2" presStyleCnt="0"/>
      <dgm:spPr/>
    </dgm:pt>
    <dgm:pt modelId="{6CB1F9F1-67CA-4C32-A50E-AF3E5A7075EA}" type="pres">
      <dgm:prSet presAssocID="{7725B9C4-9CEF-4637-9FF1-7E0E58F70F3E}" presName="thinLine2b" presStyleLbl="callout" presStyleIdx="4" presStyleCnt="8"/>
      <dgm:spPr/>
    </dgm:pt>
    <dgm:pt modelId="{801306B7-6AEB-4055-9A9D-B3FDB9382A54}" type="pres">
      <dgm:prSet presAssocID="{7725B9C4-9CEF-4637-9FF1-7E0E58F70F3E}" presName="vertSpace2b" presStyleCnt="0"/>
      <dgm:spPr/>
    </dgm:pt>
    <dgm:pt modelId="{A606FD5E-67A5-41DF-9DB4-5EC721B469B6}" type="pres">
      <dgm:prSet presAssocID="{B9362B57-CF4F-49F6-9E1A-7579E9CACF03}" presName="horz2" presStyleCnt="0"/>
      <dgm:spPr/>
    </dgm:pt>
    <dgm:pt modelId="{434E4D79-284B-42C4-B122-A1432916EA86}" type="pres">
      <dgm:prSet presAssocID="{B9362B57-CF4F-49F6-9E1A-7579E9CACF03}" presName="horzSpace2" presStyleCnt="0"/>
      <dgm:spPr/>
    </dgm:pt>
    <dgm:pt modelId="{067F6294-B0D6-4E35-AC21-21CB46070108}" type="pres">
      <dgm:prSet presAssocID="{B9362B57-CF4F-49F6-9E1A-7579E9CACF03}" presName="tx2" presStyleLbl="revTx" presStyleIdx="6" presStyleCnt="9"/>
      <dgm:spPr/>
    </dgm:pt>
    <dgm:pt modelId="{D1CF8283-C09A-4ABE-938B-6E09C7FCFC96}" type="pres">
      <dgm:prSet presAssocID="{B9362B57-CF4F-49F6-9E1A-7579E9CACF03}" presName="vert2" presStyleCnt="0"/>
      <dgm:spPr/>
    </dgm:pt>
    <dgm:pt modelId="{009CE1FE-2B76-47ED-BCF0-61F13250FC55}" type="pres">
      <dgm:prSet presAssocID="{B9362B57-CF4F-49F6-9E1A-7579E9CACF03}" presName="thinLine2b" presStyleLbl="callout" presStyleIdx="5" presStyleCnt="8"/>
      <dgm:spPr/>
    </dgm:pt>
    <dgm:pt modelId="{0461D570-749A-4C05-805D-726244CEB7DC}" type="pres">
      <dgm:prSet presAssocID="{B9362B57-CF4F-49F6-9E1A-7579E9CACF03}" presName="vertSpace2b" presStyleCnt="0"/>
      <dgm:spPr/>
    </dgm:pt>
    <dgm:pt modelId="{52BFD1BB-969C-4A99-B1F2-75DEFB0DA71C}" type="pres">
      <dgm:prSet presAssocID="{F9B6BFC7-9125-4C4C-A631-1D168279D762}" presName="horz2" presStyleCnt="0"/>
      <dgm:spPr/>
    </dgm:pt>
    <dgm:pt modelId="{A8BE3B4D-E62E-45C8-AFA7-4C5439838D23}" type="pres">
      <dgm:prSet presAssocID="{F9B6BFC7-9125-4C4C-A631-1D168279D762}" presName="horzSpace2" presStyleCnt="0"/>
      <dgm:spPr/>
    </dgm:pt>
    <dgm:pt modelId="{DCEE98F9-08A7-46DC-AC00-C823DE49618A}" type="pres">
      <dgm:prSet presAssocID="{F9B6BFC7-9125-4C4C-A631-1D168279D762}" presName="tx2" presStyleLbl="revTx" presStyleIdx="7" presStyleCnt="9"/>
      <dgm:spPr/>
    </dgm:pt>
    <dgm:pt modelId="{990D1F2C-1C4F-41DE-9483-39BAF7EEE860}" type="pres">
      <dgm:prSet presAssocID="{F9B6BFC7-9125-4C4C-A631-1D168279D762}" presName="vert2" presStyleCnt="0"/>
      <dgm:spPr/>
    </dgm:pt>
    <dgm:pt modelId="{791DE033-F56D-4056-8357-8E12A2653F5B}" type="pres">
      <dgm:prSet presAssocID="{F9B6BFC7-9125-4C4C-A631-1D168279D762}" presName="thinLine2b" presStyleLbl="callout" presStyleIdx="6" presStyleCnt="8"/>
      <dgm:spPr/>
    </dgm:pt>
    <dgm:pt modelId="{9E9010AB-57E6-434E-90EC-FEA28160C98A}" type="pres">
      <dgm:prSet presAssocID="{F9B6BFC7-9125-4C4C-A631-1D168279D762}" presName="vertSpace2b" presStyleCnt="0"/>
      <dgm:spPr/>
    </dgm:pt>
    <dgm:pt modelId="{E29DBCC6-DFA6-406B-8414-72E8245AADFA}" type="pres">
      <dgm:prSet presAssocID="{C02C8CDE-16C6-4919-AD3A-A42FF8D6CC58}" presName="horz2" presStyleCnt="0"/>
      <dgm:spPr/>
    </dgm:pt>
    <dgm:pt modelId="{D53CE64A-41AB-45A0-A85E-879699F6A618}" type="pres">
      <dgm:prSet presAssocID="{C02C8CDE-16C6-4919-AD3A-A42FF8D6CC58}" presName="horzSpace2" presStyleCnt="0"/>
      <dgm:spPr/>
    </dgm:pt>
    <dgm:pt modelId="{22E9CBA4-E0F8-4EDD-BA23-6FBEB2BA3706}" type="pres">
      <dgm:prSet presAssocID="{C02C8CDE-16C6-4919-AD3A-A42FF8D6CC58}" presName="tx2" presStyleLbl="revTx" presStyleIdx="8" presStyleCnt="9"/>
      <dgm:spPr/>
    </dgm:pt>
    <dgm:pt modelId="{7E4C9B75-AE3E-46DC-BD3B-E9A834FE776B}" type="pres">
      <dgm:prSet presAssocID="{C02C8CDE-16C6-4919-AD3A-A42FF8D6CC58}" presName="vert2" presStyleCnt="0"/>
      <dgm:spPr/>
    </dgm:pt>
    <dgm:pt modelId="{074E6A5D-5A7C-465A-B81E-6DED0C8111C2}" type="pres">
      <dgm:prSet presAssocID="{C02C8CDE-16C6-4919-AD3A-A42FF8D6CC58}" presName="thinLine2b" presStyleLbl="callout" presStyleIdx="7" presStyleCnt="8"/>
      <dgm:spPr/>
    </dgm:pt>
    <dgm:pt modelId="{ECCDB434-6676-4D58-814C-0445C71E303B}" type="pres">
      <dgm:prSet presAssocID="{C02C8CDE-16C6-4919-AD3A-A42FF8D6CC58}" presName="vertSpace2b" presStyleCnt="0"/>
      <dgm:spPr/>
    </dgm:pt>
  </dgm:ptLst>
  <dgm:cxnLst>
    <dgm:cxn modelId="{2290B807-7479-4552-B37D-F06236230938}" type="presOf" srcId="{F9B6BFC7-9125-4C4C-A631-1D168279D762}" destId="{DCEE98F9-08A7-46DC-AC00-C823DE49618A}" srcOrd="0" destOrd="0" presId="urn:microsoft.com/office/officeart/2008/layout/LinedList"/>
    <dgm:cxn modelId="{2867EB07-0D7D-476B-B919-E4DF3778C8D4}" srcId="{6CDEDAC1-13CB-4612-AE71-8645C644700C}" destId="{7725B9C4-9CEF-4637-9FF1-7E0E58F70F3E}" srcOrd="4" destOrd="0" parTransId="{1730F2C8-7403-47EA-808A-C537B30A9B5B}" sibTransId="{09FA2B85-C884-45C9-8F63-505DD4A430E2}"/>
    <dgm:cxn modelId="{5BC10B12-B525-476B-A710-295CB4791636}" type="presOf" srcId="{C02C8CDE-16C6-4919-AD3A-A42FF8D6CC58}" destId="{22E9CBA4-E0F8-4EDD-BA23-6FBEB2BA3706}" srcOrd="0" destOrd="0" presId="urn:microsoft.com/office/officeart/2008/layout/LinedList"/>
    <dgm:cxn modelId="{46B14340-3479-4255-BAAF-848CB4CA5C01}" type="presOf" srcId="{7725B9C4-9CEF-4637-9FF1-7E0E58F70F3E}" destId="{2BD48C18-CD9D-4C1C-9951-367D6664A5FA}" srcOrd="0" destOrd="0" presId="urn:microsoft.com/office/officeart/2008/layout/LinedList"/>
    <dgm:cxn modelId="{19622A6A-11D9-41B6-ABE6-BBBBF19D0200}" type="presOf" srcId="{B1D75E16-C65D-41A4-9769-2CFD2E24BFF4}" destId="{D0F49530-A39B-4541-BCE2-16122CA1EE36}" srcOrd="0" destOrd="0" presId="urn:microsoft.com/office/officeart/2008/layout/LinedList"/>
    <dgm:cxn modelId="{D04E924E-EF14-4B36-9414-F0FFA3287C5F}" srcId="{6CDEDAC1-13CB-4612-AE71-8645C644700C}" destId="{3AE7E66D-5770-42CA-A77F-97F0FA054E1E}" srcOrd="1" destOrd="0" parTransId="{80FC3ECA-80FA-4019-9BA5-77FDE697A536}" sibTransId="{B673D1F2-0494-43D9-98A8-8E5FC66B783F}"/>
    <dgm:cxn modelId="{4321F059-1B57-424C-89D3-1591DBAF26D7}" type="presOf" srcId="{136AA4FC-7019-4B62-B350-C12B90DEFF48}" destId="{44FB561C-E1DD-43B9-A4D3-076A2CDF457E}" srcOrd="0" destOrd="0" presId="urn:microsoft.com/office/officeart/2008/layout/LinedList"/>
    <dgm:cxn modelId="{17E4998B-3C1F-41D1-952B-984F68D0B61C}" srcId="{6CDEDAC1-13CB-4612-AE71-8645C644700C}" destId="{136AA4FC-7019-4B62-B350-C12B90DEFF48}" srcOrd="3" destOrd="0" parTransId="{B79F5FE6-78DB-4757-BEEA-647DB2583569}" sibTransId="{B191576A-90DE-4ECD-A6FE-67C98C09A2EA}"/>
    <dgm:cxn modelId="{88AE889A-5C05-4778-9465-F65E2D251F71}" srcId="{B8628199-4497-4F88-9054-A390C49042BF}" destId="{6CDEDAC1-13CB-4612-AE71-8645C644700C}" srcOrd="0" destOrd="0" parTransId="{B2127C9F-2CFF-43A3-BC5D-48336CD4EACF}" sibTransId="{58EFC1E9-124D-49EC-ACE9-3407C3BAF03F}"/>
    <dgm:cxn modelId="{E6F884A8-C1E1-4DCB-9949-889F496A9330}" type="presOf" srcId="{7043AFD1-EE2A-4527-AE34-1DE841EB17FA}" destId="{DCFCE755-406B-42E7-B6B9-93D76658E098}" srcOrd="0" destOrd="0" presId="urn:microsoft.com/office/officeart/2008/layout/LinedList"/>
    <dgm:cxn modelId="{590C14A9-1B33-4866-987B-387C8CE10B3E}" srcId="{6CDEDAC1-13CB-4612-AE71-8645C644700C}" destId="{B9362B57-CF4F-49F6-9E1A-7579E9CACF03}" srcOrd="5" destOrd="0" parTransId="{E7C4762F-BCC9-4044-AD09-AC9ABD527BC8}" sibTransId="{EF2E6637-C242-42EC-A234-9620A1034CBD}"/>
    <dgm:cxn modelId="{1DCCABA9-90E9-4954-BB3F-99E4D7E21D14}" type="presOf" srcId="{3AE7E66D-5770-42CA-A77F-97F0FA054E1E}" destId="{FE9576EE-C3BD-4313-8434-B19298D52F35}" srcOrd="0" destOrd="0" presId="urn:microsoft.com/office/officeart/2008/layout/LinedList"/>
    <dgm:cxn modelId="{5FE224B7-EF9A-4D9E-BA03-FDDEAB7092A2}" type="presOf" srcId="{6CDEDAC1-13CB-4612-AE71-8645C644700C}" destId="{6C4A0ACE-B41F-486A-8352-66E4B8E5AB17}" srcOrd="0" destOrd="0" presId="urn:microsoft.com/office/officeart/2008/layout/LinedList"/>
    <dgm:cxn modelId="{1D44A5C0-095D-4393-BEC7-FBD73D071FAF}" type="presOf" srcId="{B9362B57-CF4F-49F6-9E1A-7579E9CACF03}" destId="{067F6294-B0D6-4E35-AC21-21CB46070108}" srcOrd="0" destOrd="0" presId="urn:microsoft.com/office/officeart/2008/layout/LinedList"/>
    <dgm:cxn modelId="{C5B9F9C0-37BB-407F-B912-1033C2124585}" srcId="{6CDEDAC1-13CB-4612-AE71-8645C644700C}" destId="{F9B6BFC7-9125-4C4C-A631-1D168279D762}" srcOrd="6" destOrd="0" parTransId="{7362C81F-A746-4654-9D2F-FC4FB336C5D7}" sibTransId="{9AE49EC7-9EFF-4222-8A1F-BE4EA1FBA5B8}"/>
    <dgm:cxn modelId="{C07EA6D0-F3D8-4142-B199-041EA7A88A44}" srcId="{6CDEDAC1-13CB-4612-AE71-8645C644700C}" destId="{B1D75E16-C65D-41A4-9769-2CFD2E24BFF4}" srcOrd="0" destOrd="0" parTransId="{D5204E23-7FD6-424B-8BA5-D67B2189AC9B}" sibTransId="{832C8419-7E6D-4724-8EA7-58707E714809}"/>
    <dgm:cxn modelId="{3E2C22D8-3030-4FC8-B272-96572F9EE70F}" type="presOf" srcId="{B8628199-4497-4F88-9054-A390C49042BF}" destId="{3F1D746E-9112-42A4-87B5-2416A9760301}" srcOrd="0" destOrd="0" presId="urn:microsoft.com/office/officeart/2008/layout/LinedList"/>
    <dgm:cxn modelId="{3BF564E0-6982-4A76-8A9A-4509B686AB6D}" srcId="{6CDEDAC1-13CB-4612-AE71-8645C644700C}" destId="{C02C8CDE-16C6-4919-AD3A-A42FF8D6CC58}" srcOrd="7" destOrd="0" parTransId="{8DB6BEDA-373F-461D-BCC1-F62824692585}" sibTransId="{D4D60912-3B65-4CEA-AC15-2DBF6BC73870}"/>
    <dgm:cxn modelId="{D033EEE3-96F5-47B4-AB45-02ECFD2F9134}" srcId="{6CDEDAC1-13CB-4612-AE71-8645C644700C}" destId="{7043AFD1-EE2A-4527-AE34-1DE841EB17FA}" srcOrd="2" destOrd="0" parTransId="{4CEF0DB7-E61D-46E8-B35F-0E36196537E0}" sibTransId="{E3183D2C-412D-4420-AA23-9E85DC9756CB}"/>
    <dgm:cxn modelId="{9E3D8CD1-74D1-43AE-A533-931FF59DB404}" type="presParOf" srcId="{3F1D746E-9112-42A4-87B5-2416A9760301}" destId="{C1C95543-86F5-441F-ADC4-4260144C8571}" srcOrd="0" destOrd="0" presId="urn:microsoft.com/office/officeart/2008/layout/LinedList"/>
    <dgm:cxn modelId="{526C97E9-007E-434A-917A-0B843A3044D7}" type="presParOf" srcId="{3F1D746E-9112-42A4-87B5-2416A9760301}" destId="{445DDAED-E05E-40DF-BCAE-4FF415F39882}" srcOrd="1" destOrd="0" presId="urn:microsoft.com/office/officeart/2008/layout/LinedList"/>
    <dgm:cxn modelId="{5FC0DC9F-2E5E-4335-92EA-62FD4FF53BE9}" type="presParOf" srcId="{445DDAED-E05E-40DF-BCAE-4FF415F39882}" destId="{6C4A0ACE-B41F-486A-8352-66E4B8E5AB17}" srcOrd="0" destOrd="0" presId="urn:microsoft.com/office/officeart/2008/layout/LinedList"/>
    <dgm:cxn modelId="{9827C48C-3FCF-426E-8A07-EA560B637C57}" type="presParOf" srcId="{445DDAED-E05E-40DF-BCAE-4FF415F39882}" destId="{B54D27D8-E267-4398-BCEF-65C6C01F43B6}" srcOrd="1" destOrd="0" presId="urn:microsoft.com/office/officeart/2008/layout/LinedList"/>
    <dgm:cxn modelId="{36783569-2783-4202-B0A5-9560EBD542D8}" type="presParOf" srcId="{B54D27D8-E267-4398-BCEF-65C6C01F43B6}" destId="{7E150908-19C6-44E2-9982-550AABBB3CC6}" srcOrd="0" destOrd="0" presId="urn:microsoft.com/office/officeart/2008/layout/LinedList"/>
    <dgm:cxn modelId="{DA7F82EC-14BC-42C6-8485-7B0757EA314D}" type="presParOf" srcId="{B54D27D8-E267-4398-BCEF-65C6C01F43B6}" destId="{3E3F7B57-732E-4671-B2EC-3AA5278710A0}" srcOrd="1" destOrd="0" presId="urn:microsoft.com/office/officeart/2008/layout/LinedList"/>
    <dgm:cxn modelId="{178B1387-2531-4104-9651-C748153686CC}" type="presParOf" srcId="{3E3F7B57-732E-4671-B2EC-3AA5278710A0}" destId="{2D58E547-07AD-499F-B770-2BE582E8E5EC}" srcOrd="0" destOrd="0" presId="urn:microsoft.com/office/officeart/2008/layout/LinedList"/>
    <dgm:cxn modelId="{42188A71-DF62-427F-9883-85571CA46828}" type="presParOf" srcId="{3E3F7B57-732E-4671-B2EC-3AA5278710A0}" destId="{D0F49530-A39B-4541-BCE2-16122CA1EE36}" srcOrd="1" destOrd="0" presId="urn:microsoft.com/office/officeart/2008/layout/LinedList"/>
    <dgm:cxn modelId="{32962A33-F5F3-40BF-9F27-3C4E7C58E7FD}" type="presParOf" srcId="{3E3F7B57-732E-4671-B2EC-3AA5278710A0}" destId="{C3EC20FD-6B72-418F-9730-AB8D0586463E}" srcOrd="2" destOrd="0" presId="urn:microsoft.com/office/officeart/2008/layout/LinedList"/>
    <dgm:cxn modelId="{762673D4-7A56-4EDD-90E8-62E61D4BDDEC}" type="presParOf" srcId="{B54D27D8-E267-4398-BCEF-65C6C01F43B6}" destId="{945DE252-5A5A-4EC0-987F-0A246424AD68}" srcOrd="2" destOrd="0" presId="urn:microsoft.com/office/officeart/2008/layout/LinedList"/>
    <dgm:cxn modelId="{B31DF257-3FAF-4B92-92AC-D674978C9707}" type="presParOf" srcId="{B54D27D8-E267-4398-BCEF-65C6C01F43B6}" destId="{3B4A6882-6217-464E-A91D-E42CC977188A}" srcOrd="3" destOrd="0" presId="urn:microsoft.com/office/officeart/2008/layout/LinedList"/>
    <dgm:cxn modelId="{A2F63244-3085-46FF-A45A-F0C53691F510}" type="presParOf" srcId="{B54D27D8-E267-4398-BCEF-65C6C01F43B6}" destId="{8FC84D9E-685F-489E-BD56-BEC3A54A33B7}" srcOrd="4" destOrd="0" presId="urn:microsoft.com/office/officeart/2008/layout/LinedList"/>
    <dgm:cxn modelId="{F7FBA937-FF4E-4CC3-8A05-D6F69631ADDD}" type="presParOf" srcId="{8FC84D9E-685F-489E-BD56-BEC3A54A33B7}" destId="{A0F179FD-34B3-41AB-B0F0-FCDC0FCBE848}" srcOrd="0" destOrd="0" presId="urn:microsoft.com/office/officeart/2008/layout/LinedList"/>
    <dgm:cxn modelId="{D4462B04-A4A9-4E0D-9636-9D37E24191E8}" type="presParOf" srcId="{8FC84D9E-685F-489E-BD56-BEC3A54A33B7}" destId="{FE9576EE-C3BD-4313-8434-B19298D52F35}" srcOrd="1" destOrd="0" presId="urn:microsoft.com/office/officeart/2008/layout/LinedList"/>
    <dgm:cxn modelId="{014A6D2D-C547-4A3D-BC6C-44A107ED9A13}" type="presParOf" srcId="{8FC84D9E-685F-489E-BD56-BEC3A54A33B7}" destId="{1EF657B9-8948-4A69-96E5-196B28DD0246}" srcOrd="2" destOrd="0" presId="urn:microsoft.com/office/officeart/2008/layout/LinedList"/>
    <dgm:cxn modelId="{BE534875-DFD5-4D9D-9B90-20461BBDBC69}" type="presParOf" srcId="{B54D27D8-E267-4398-BCEF-65C6C01F43B6}" destId="{31B0EAB2-CE4C-4AD0-B1E1-55CB698C29BC}" srcOrd="5" destOrd="0" presId="urn:microsoft.com/office/officeart/2008/layout/LinedList"/>
    <dgm:cxn modelId="{C815CC1F-5062-45CA-94E4-BD7E117F9153}" type="presParOf" srcId="{B54D27D8-E267-4398-BCEF-65C6C01F43B6}" destId="{90275F53-DF15-495D-8486-96D6F51106B8}" srcOrd="6" destOrd="0" presId="urn:microsoft.com/office/officeart/2008/layout/LinedList"/>
    <dgm:cxn modelId="{C06A6DFB-8FD9-4CAC-944F-330A9BA0ECE6}" type="presParOf" srcId="{B54D27D8-E267-4398-BCEF-65C6C01F43B6}" destId="{2DF10F26-FDFD-4175-964A-BD9CAF70B505}" srcOrd="7" destOrd="0" presId="urn:microsoft.com/office/officeart/2008/layout/LinedList"/>
    <dgm:cxn modelId="{2263013E-BDE1-4F62-9989-64FEE3E076A1}" type="presParOf" srcId="{2DF10F26-FDFD-4175-964A-BD9CAF70B505}" destId="{80B39F82-04DF-4BAF-A317-E239494A401F}" srcOrd="0" destOrd="0" presId="urn:microsoft.com/office/officeart/2008/layout/LinedList"/>
    <dgm:cxn modelId="{BFD1273D-9640-4AC3-92E5-D89AA03221BA}" type="presParOf" srcId="{2DF10F26-FDFD-4175-964A-BD9CAF70B505}" destId="{DCFCE755-406B-42E7-B6B9-93D76658E098}" srcOrd="1" destOrd="0" presId="urn:microsoft.com/office/officeart/2008/layout/LinedList"/>
    <dgm:cxn modelId="{69985486-7F58-41F6-856D-B19C33DB5368}" type="presParOf" srcId="{2DF10F26-FDFD-4175-964A-BD9CAF70B505}" destId="{A4431B24-2ADD-4FC6-8234-C06FD0D61700}" srcOrd="2" destOrd="0" presId="urn:microsoft.com/office/officeart/2008/layout/LinedList"/>
    <dgm:cxn modelId="{4E741A9E-5D9D-4EB4-84F3-F29D19349761}" type="presParOf" srcId="{B54D27D8-E267-4398-BCEF-65C6C01F43B6}" destId="{E6A783D5-C30B-4194-B5F4-B0B15124DE42}" srcOrd="8" destOrd="0" presId="urn:microsoft.com/office/officeart/2008/layout/LinedList"/>
    <dgm:cxn modelId="{63611621-9B8B-4D32-AF77-398CF11B036E}" type="presParOf" srcId="{B54D27D8-E267-4398-BCEF-65C6C01F43B6}" destId="{D4D4F7A9-EB5B-415F-A23B-975E2E1A4E5E}" srcOrd="9" destOrd="0" presId="urn:microsoft.com/office/officeart/2008/layout/LinedList"/>
    <dgm:cxn modelId="{8AEA2C39-BDED-40D4-999E-910B41A5F5B6}" type="presParOf" srcId="{B54D27D8-E267-4398-BCEF-65C6C01F43B6}" destId="{91F13456-4D5D-41A0-9BCC-6BDBE5391425}" srcOrd="10" destOrd="0" presId="urn:microsoft.com/office/officeart/2008/layout/LinedList"/>
    <dgm:cxn modelId="{AFABE290-BBED-4EBC-90D9-B7817F88B365}" type="presParOf" srcId="{91F13456-4D5D-41A0-9BCC-6BDBE5391425}" destId="{F82B710E-770C-41C0-AE73-653AF0AA9D40}" srcOrd="0" destOrd="0" presId="urn:microsoft.com/office/officeart/2008/layout/LinedList"/>
    <dgm:cxn modelId="{666DA2AF-C7B1-47A9-95CA-5EE1CF6C0DE6}" type="presParOf" srcId="{91F13456-4D5D-41A0-9BCC-6BDBE5391425}" destId="{44FB561C-E1DD-43B9-A4D3-076A2CDF457E}" srcOrd="1" destOrd="0" presId="urn:microsoft.com/office/officeart/2008/layout/LinedList"/>
    <dgm:cxn modelId="{7EA07D30-1CDB-49FC-9614-6374FE06F3CC}" type="presParOf" srcId="{91F13456-4D5D-41A0-9BCC-6BDBE5391425}" destId="{78144703-0E0F-4DDD-89B0-0C9C9EC90373}" srcOrd="2" destOrd="0" presId="urn:microsoft.com/office/officeart/2008/layout/LinedList"/>
    <dgm:cxn modelId="{C0BC19F6-D320-406D-8C2B-F5736C61EFCD}" type="presParOf" srcId="{B54D27D8-E267-4398-BCEF-65C6C01F43B6}" destId="{C2357431-90F3-424C-9719-B89B7A519F42}" srcOrd="11" destOrd="0" presId="urn:microsoft.com/office/officeart/2008/layout/LinedList"/>
    <dgm:cxn modelId="{929DB0DA-4950-4D24-829D-29AC70D14AF3}" type="presParOf" srcId="{B54D27D8-E267-4398-BCEF-65C6C01F43B6}" destId="{89617BED-1AA2-4FED-8B1F-A2911A5DCEA3}" srcOrd="12" destOrd="0" presId="urn:microsoft.com/office/officeart/2008/layout/LinedList"/>
    <dgm:cxn modelId="{A00773DB-7B31-4F9C-9491-EA1E4F4CF77F}" type="presParOf" srcId="{B54D27D8-E267-4398-BCEF-65C6C01F43B6}" destId="{721E2763-D1A7-43E6-B753-AB6268E2DB16}" srcOrd="13" destOrd="0" presId="urn:microsoft.com/office/officeart/2008/layout/LinedList"/>
    <dgm:cxn modelId="{12488558-7756-4C2B-8EAD-D2888987207D}" type="presParOf" srcId="{721E2763-D1A7-43E6-B753-AB6268E2DB16}" destId="{BA41B8C5-0B8B-40B1-B3B1-FC72E20610AC}" srcOrd="0" destOrd="0" presId="urn:microsoft.com/office/officeart/2008/layout/LinedList"/>
    <dgm:cxn modelId="{E060CEBE-6718-4E18-B5A7-B8306930A14C}" type="presParOf" srcId="{721E2763-D1A7-43E6-B753-AB6268E2DB16}" destId="{2BD48C18-CD9D-4C1C-9951-367D6664A5FA}" srcOrd="1" destOrd="0" presId="urn:microsoft.com/office/officeart/2008/layout/LinedList"/>
    <dgm:cxn modelId="{DF1E43EA-EC6D-4CCE-944F-7EB49CBBF036}" type="presParOf" srcId="{721E2763-D1A7-43E6-B753-AB6268E2DB16}" destId="{7D1252CA-A1B1-4C75-903B-5D77AE15ED81}" srcOrd="2" destOrd="0" presId="urn:microsoft.com/office/officeart/2008/layout/LinedList"/>
    <dgm:cxn modelId="{F3787C40-5959-4FAF-8A7E-D429BF1C6F0C}" type="presParOf" srcId="{B54D27D8-E267-4398-BCEF-65C6C01F43B6}" destId="{6CB1F9F1-67CA-4C32-A50E-AF3E5A7075EA}" srcOrd="14" destOrd="0" presId="urn:microsoft.com/office/officeart/2008/layout/LinedList"/>
    <dgm:cxn modelId="{FAE553FB-7C9F-4773-B173-4D80A7976241}" type="presParOf" srcId="{B54D27D8-E267-4398-BCEF-65C6C01F43B6}" destId="{801306B7-6AEB-4055-9A9D-B3FDB9382A54}" srcOrd="15" destOrd="0" presId="urn:microsoft.com/office/officeart/2008/layout/LinedList"/>
    <dgm:cxn modelId="{8FEC9229-2632-46A8-8A42-48EE0790E1E8}" type="presParOf" srcId="{B54D27D8-E267-4398-BCEF-65C6C01F43B6}" destId="{A606FD5E-67A5-41DF-9DB4-5EC721B469B6}" srcOrd="16" destOrd="0" presId="urn:microsoft.com/office/officeart/2008/layout/LinedList"/>
    <dgm:cxn modelId="{FD7711F4-5D0C-4110-9117-49077C29F71F}" type="presParOf" srcId="{A606FD5E-67A5-41DF-9DB4-5EC721B469B6}" destId="{434E4D79-284B-42C4-B122-A1432916EA86}" srcOrd="0" destOrd="0" presId="urn:microsoft.com/office/officeart/2008/layout/LinedList"/>
    <dgm:cxn modelId="{0E52A971-4BAB-4C9E-81FA-D7D5DFF5C6C8}" type="presParOf" srcId="{A606FD5E-67A5-41DF-9DB4-5EC721B469B6}" destId="{067F6294-B0D6-4E35-AC21-21CB46070108}" srcOrd="1" destOrd="0" presId="urn:microsoft.com/office/officeart/2008/layout/LinedList"/>
    <dgm:cxn modelId="{123BECD1-9229-44D0-A4B7-25908A6296F9}" type="presParOf" srcId="{A606FD5E-67A5-41DF-9DB4-5EC721B469B6}" destId="{D1CF8283-C09A-4ABE-938B-6E09C7FCFC96}" srcOrd="2" destOrd="0" presId="urn:microsoft.com/office/officeart/2008/layout/LinedList"/>
    <dgm:cxn modelId="{27CA838E-D7C2-4524-91B7-087B07109F38}" type="presParOf" srcId="{B54D27D8-E267-4398-BCEF-65C6C01F43B6}" destId="{009CE1FE-2B76-47ED-BCF0-61F13250FC55}" srcOrd="17" destOrd="0" presId="urn:microsoft.com/office/officeart/2008/layout/LinedList"/>
    <dgm:cxn modelId="{9DE671EC-CAB2-4E15-8604-C2E138032C78}" type="presParOf" srcId="{B54D27D8-E267-4398-BCEF-65C6C01F43B6}" destId="{0461D570-749A-4C05-805D-726244CEB7DC}" srcOrd="18" destOrd="0" presId="urn:microsoft.com/office/officeart/2008/layout/LinedList"/>
    <dgm:cxn modelId="{8BFA9C3C-D436-4758-8621-318DBC179B2C}" type="presParOf" srcId="{B54D27D8-E267-4398-BCEF-65C6C01F43B6}" destId="{52BFD1BB-969C-4A99-B1F2-75DEFB0DA71C}" srcOrd="19" destOrd="0" presId="urn:microsoft.com/office/officeart/2008/layout/LinedList"/>
    <dgm:cxn modelId="{B3B12A47-97E0-4AA6-A777-771BA5AA7C73}" type="presParOf" srcId="{52BFD1BB-969C-4A99-B1F2-75DEFB0DA71C}" destId="{A8BE3B4D-E62E-45C8-AFA7-4C5439838D23}" srcOrd="0" destOrd="0" presId="urn:microsoft.com/office/officeart/2008/layout/LinedList"/>
    <dgm:cxn modelId="{FE1C8E6B-C471-4915-BDEA-16F0EC924841}" type="presParOf" srcId="{52BFD1BB-969C-4A99-B1F2-75DEFB0DA71C}" destId="{DCEE98F9-08A7-46DC-AC00-C823DE49618A}" srcOrd="1" destOrd="0" presId="urn:microsoft.com/office/officeart/2008/layout/LinedList"/>
    <dgm:cxn modelId="{36A1DA5E-501A-43CC-B109-8BB8DE206842}" type="presParOf" srcId="{52BFD1BB-969C-4A99-B1F2-75DEFB0DA71C}" destId="{990D1F2C-1C4F-41DE-9483-39BAF7EEE860}" srcOrd="2" destOrd="0" presId="urn:microsoft.com/office/officeart/2008/layout/LinedList"/>
    <dgm:cxn modelId="{7AA58BDD-22F8-4E0D-B64F-CC31F8A1C0EA}" type="presParOf" srcId="{B54D27D8-E267-4398-BCEF-65C6C01F43B6}" destId="{791DE033-F56D-4056-8357-8E12A2653F5B}" srcOrd="20" destOrd="0" presId="urn:microsoft.com/office/officeart/2008/layout/LinedList"/>
    <dgm:cxn modelId="{F9933592-D39C-4112-880D-36C45C8A1BC8}" type="presParOf" srcId="{B54D27D8-E267-4398-BCEF-65C6C01F43B6}" destId="{9E9010AB-57E6-434E-90EC-FEA28160C98A}" srcOrd="21" destOrd="0" presId="urn:microsoft.com/office/officeart/2008/layout/LinedList"/>
    <dgm:cxn modelId="{77D59538-7A7B-4EEE-ACA4-385D3CE72F97}" type="presParOf" srcId="{B54D27D8-E267-4398-BCEF-65C6C01F43B6}" destId="{E29DBCC6-DFA6-406B-8414-72E8245AADFA}" srcOrd="22" destOrd="0" presId="urn:microsoft.com/office/officeart/2008/layout/LinedList"/>
    <dgm:cxn modelId="{CD66AEC6-F289-4C98-A63F-A105E80778C2}" type="presParOf" srcId="{E29DBCC6-DFA6-406B-8414-72E8245AADFA}" destId="{D53CE64A-41AB-45A0-A85E-879699F6A618}" srcOrd="0" destOrd="0" presId="urn:microsoft.com/office/officeart/2008/layout/LinedList"/>
    <dgm:cxn modelId="{D1005598-9844-48B9-AEB0-43E2280B6A7E}" type="presParOf" srcId="{E29DBCC6-DFA6-406B-8414-72E8245AADFA}" destId="{22E9CBA4-E0F8-4EDD-BA23-6FBEB2BA3706}" srcOrd="1" destOrd="0" presId="urn:microsoft.com/office/officeart/2008/layout/LinedList"/>
    <dgm:cxn modelId="{A8F0FFF5-9BF6-48DF-B5F9-0F1358785774}" type="presParOf" srcId="{E29DBCC6-DFA6-406B-8414-72E8245AADFA}" destId="{7E4C9B75-AE3E-46DC-BD3B-E9A834FE776B}" srcOrd="2" destOrd="0" presId="urn:microsoft.com/office/officeart/2008/layout/LinedList"/>
    <dgm:cxn modelId="{20EA63AF-5964-4154-B3AB-699A7E2E3DC4}" type="presParOf" srcId="{B54D27D8-E267-4398-BCEF-65C6C01F43B6}" destId="{074E6A5D-5A7C-465A-B81E-6DED0C8111C2}" srcOrd="23" destOrd="0" presId="urn:microsoft.com/office/officeart/2008/layout/LinedList"/>
    <dgm:cxn modelId="{55995433-008F-4018-BB8C-5CEFAF431AC3}" type="presParOf" srcId="{B54D27D8-E267-4398-BCEF-65C6C01F43B6}" destId="{ECCDB434-6676-4D58-814C-0445C71E303B}" srcOrd="24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13D51A4-AFB4-4A49-8877-984AF11B6414}" type="doc">
      <dgm:prSet loTypeId="urn:microsoft.com/office/officeart/2005/8/layout/default#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5B12ACD-234F-4998-BA0F-D16948D387E2}">
      <dgm:prSet phldrT="[Text]" custT="1"/>
      <dgm:spPr/>
      <dgm:t>
        <a:bodyPr/>
        <a:lstStyle/>
        <a:p>
          <a:r>
            <a:rPr lang="en-IN" sz="2000" dirty="0">
              <a:latin typeface="Source Sans Pro" panose="020B0503030403020204" pitchFamily="34" charset="0"/>
              <a:ea typeface="Source Sans Pro" panose="020B0503030403020204" pitchFamily="34" charset="0"/>
            </a:rPr>
            <a:t>Classes</a:t>
          </a:r>
        </a:p>
      </dgm:t>
    </dgm:pt>
    <dgm:pt modelId="{3C0BCF40-D228-4691-A111-510B6DBC5B18}" type="parTrans" cxnId="{FAB1C618-9969-48A9-86E8-4BF74B0ABD76}">
      <dgm:prSet/>
      <dgm:spPr/>
      <dgm:t>
        <a:bodyPr/>
        <a:lstStyle/>
        <a:p>
          <a:endParaRPr lang="en-IN"/>
        </a:p>
      </dgm:t>
    </dgm:pt>
    <dgm:pt modelId="{901D4E58-8C82-4276-AD69-B0EC1AB0E828}" type="sibTrans" cxnId="{FAB1C618-9969-48A9-86E8-4BF74B0ABD76}">
      <dgm:prSet/>
      <dgm:spPr/>
      <dgm:t>
        <a:bodyPr/>
        <a:lstStyle/>
        <a:p>
          <a:endParaRPr lang="en-IN"/>
        </a:p>
      </dgm:t>
    </dgm:pt>
    <dgm:pt modelId="{9A2C5337-2812-4DAF-B514-88C045B7C87D}">
      <dgm:prSet phldrT="[Text]" custT="1"/>
      <dgm:spPr/>
      <dgm:t>
        <a:bodyPr/>
        <a:lstStyle/>
        <a:p>
          <a:r>
            <a:rPr lang="en-IN" sz="2000" dirty="0">
              <a:latin typeface="Source Sans Pro" panose="020B0503030403020204" pitchFamily="34" charset="0"/>
              <a:ea typeface="Source Sans Pro" panose="020B0503030403020204" pitchFamily="34" charset="0"/>
            </a:rPr>
            <a:t>Objects</a:t>
          </a:r>
        </a:p>
      </dgm:t>
    </dgm:pt>
    <dgm:pt modelId="{2577C5C1-2DDF-43C4-BC62-957C1F2FECF0}" type="parTrans" cxnId="{59E87361-BF8A-4638-AED9-38C4B974B4FA}">
      <dgm:prSet/>
      <dgm:spPr/>
      <dgm:t>
        <a:bodyPr/>
        <a:lstStyle/>
        <a:p>
          <a:endParaRPr lang="en-IN"/>
        </a:p>
      </dgm:t>
    </dgm:pt>
    <dgm:pt modelId="{A838DAA2-DEEF-4E5D-86EF-0FBA72BD2449}" type="sibTrans" cxnId="{59E87361-BF8A-4638-AED9-38C4B974B4FA}">
      <dgm:prSet/>
      <dgm:spPr/>
      <dgm:t>
        <a:bodyPr/>
        <a:lstStyle/>
        <a:p>
          <a:endParaRPr lang="en-IN"/>
        </a:p>
      </dgm:t>
    </dgm:pt>
    <dgm:pt modelId="{26B3118A-0C6A-4C6B-8A78-D423388A051E}">
      <dgm:prSet phldrT="[Text]" custT="1"/>
      <dgm:spPr/>
      <dgm:t>
        <a:bodyPr/>
        <a:lstStyle/>
        <a:p>
          <a:r>
            <a:rPr lang="en-IN" sz="2000" dirty="0">
              <a:latin typeface="Source Sans Pro" panose="020B0503030403020204" pitchFamily="34" charset="0"/>
              <a:ea typeface="Source Sans Pro" panose="020B0503030403020204" pitchFamily="34" charset="0"/>
            </a:rPr>
            <a:t>Data Abstraction</a:t>
          </a:r>
        </a:p>
      </dgm:t>
    </dgm:pt>
    <dgm:pt modelId="{1EAC0046-E452-4825-9D9E-7C72D21A7479}" type="parTrans" cxnId="{84921EC3-9F45-40D1-B9E9-911E070430E8}">
      <dgm:prSet/>
      <dgm:spPr/>
      <dgm:t>
        <a:bodyPr/>
        <a:lstStyle/>
        <a:p>
          <a:endParaRPr lang="en-IN"/>
        </a:p>
      </dgm:t>
    </dgm:pt>
    <dgm:pt modelId="{78494343-8CD7-45BE-BC97-C192CD4DCDBE}" type="sibTrans" cxnId="{84921EC3-9F45-40D1-B9E9-911E070430E8}">
      <dgm:prSet/>
      <dgm:spPr/>
      <dgm:t>
        <a:bodyPr/>
        <a:lstStyle/>
        <a:p>
          <a:endParaRPr lang="en-IN"/>
        </a:p>
      </dgm:t>
    </dgm:pt>
    <dgm:pt modelId="{D1C81D19-D513-4919-8B31-BA2CE4722ACF}">
      <dgm:prSet phldrT="[Text]" custT="1"/>
      <dgm:spPr/>
      <dgm:t>
        <a:bodyPr/>
        <a:lstStyle/>
        <a:p>
          <a:r>
            <a:rPr lang="en-IN" sz="2000" dirty="0">
              <a:latin typeface="Source Sans Pro" panose="020B0503030403020204" pitchFamily="34" charset="0"/>
              <a:ea typeface="Source Sans Pro" panose="020B0503030403020204" pitchFamily="34" charset="0"/>
            </a:rPr>
            <a:t>Data Encapsulation</a:t>
          </a:r>
        </a:p>
      </dgm:t>
    </dgm:pt>
    <dgm:pt modelId="{3F823451-0D5E-41A3-856D-2A7DB5A08B02}" type="parTrans" cxnId="{193836C5-AAC3-47F6-8099-478B765638D0}">
      <dgm:prSet/>
      <dgm:spPr/>
      <dgm:t>
        <a:bodyPr/>
        <a:lstStyle/>
        <a:p>
          <a:endParaRPr lang="en-IN"/>
        </a:p>
      </dgm:t>
    </dgm:pt>
    <dgm:pt modelId="{2DC9D935-22FD-417C-AC79-58652D28DAFB}" type="sibTrans" cxnId="{193836C5-AAC3-47F6-8099-478B765638D0}">
      <dgm:prSet/>
      <dgm:spPr/>
      <dgm:t>
        <a:bodyPr/>
        <a:lstStyle/>
        <a:p>
          <a:endParaRPr lang="en-IN"/>
        </a:p>
      </dgm:t>
    </dgm:pt>
    <dgm:pt modelId="{3A84D1B4-297D-48D8-8E2B-D76F61E8A10E}">
      <dgm:prSet phldrT="[Text]" custT="1"/>
      <dgm:spPr/>
      <dgm:t>
        <a:bodyPr/>
        <a:lstStyle/>
        <a:p>
          <a:r>
            <a:rPr lang="en-IN" sz="2000" dirty="0">
              <a:latin typeface="Source Sans Pro" panose="020B0503030403020204" pitchFamily="34" charset="0"/>
              <a:ea typeface="Source Sans Pro" panose="020B0503030403020204" pitchFamily="34" charset="0"/>
            </a:rPr>
            <a:t>Inheritance</a:t>
          </a:r>
        </a:p>
      </dgm:t>
    </dgm:pt>
    <dgm:pt modelId="{A2083B3E-270D-475F-9321-DC1F1A0FB46E}" type="parTrans" cxnId="{CFC3F2F7-387D-417A-8964-EF63484946AF}">
      <dgm:prSet/>
      <dgm:spPr/>
      <dgm:t>
        <a:bodyPr/>
        <a:lstStyle/>
        <a:p>
          <a:endParaRPr lang="en-IN"/>
        </a:p>
      </dgm:t>
    </dgm:pt>
    <dgm:pt modelId="{22069634-1FE5-4C0F-912D-37B6605DE8B0}" type="sibTrans" cxnId="{CFC3F2F7-387D-417A-8964-EF63484946AF}">
      <dgm:prSet/>
      <dgm:spPr/>
      <dgm:t>
        <a:bodyPr/>
        <a:lstStyle/>
        <a:p>
          <a:endParaRPr lang="en-IN"/>
        </a:p>
      </dgm:t>
    </dgm:pt>
    <dgm:pt modelId="{2633D1AB-3709-4882-A814-FD866D0F9A02}">
      <dgm:prSet phldrT="[Text]" custT="1"/>
      <dgm:spPr/>
      <dgm:t>
        <a:bodyPr/>
        <a:lstStyle/>
        <a:p>
          <a:r>
            <a:rPr lang="en-IN" sz="2000" dirty="0">
              <a:latin typeface="Source Sans Pro" panose="020B0503030403020204" pitchFamily="34" charset="0"/>
              <a:ea typeface="Source Sans Pro" panose="020B0503030403020204" pitchFamily="34" charset="0"/>
            </a:rPr>
            <a:t>Polymorphism</a:t>
          </a:r>
        </a:p>
      </dgm:t>
    </dgm:pt>
    <dgm:pt modelId="{045D0483-AB3E-49FB-BC6E-96D77D4B13F8}" type="parTrans" cxnId="{B92A0A8E-DD6B-46D3-9C9F-3D40439D42B0}">
      <dgm:prSet/>
      <dgm:spPr/>
      <dgm:t>
        <a:bodyPr/>
        <a:lstStyle/>
        <a:p>
          <a:endParaRPr lang="en-IN"/>
        </a:p>
      </dgm:t>
    </dgm:pt>
    <dgm:pt modelId="{A01E8760-1AD9-48DA-BB61-F1B338267422}" type="sibTrans" cxnId="{B92A0A8E-DD6B-46D3-9C9F-3D40439D42B0}">
      <dgm:prSet/>
      <dgm:spPr/>
      <dgm:t>
        <a:bodyPr/>
        <a:lstStyle/>
        <a:p>
          <a:endParaRPr lang="en-IN"/>
        </a:p>
      </dgm:t>
    </dgm:pt>
    <dgm:pt modelId="{E8F6D24B-F48F-496C-8835-2AD2FD71FFA0}" type="pres">
      <dgm:prSet presAssocID="{413D51A4-AFB4-4A49-8877-984AF11B6414}" presName="diagram" presStyleCnt="0">
        <dgm:presLayoutVars>
          <dgm:dir/>
          <dgm:resizeHandles val="exact"/>
        </dgm:presLayoutVars>
      </dgm:prSet>
      <dgm:spPr/>
    </dgm:pt>
    <dgm:pt modelId="{64FF6560-58F9-4D11-9E2C-FB3E06FC9024}" type="pres">
      <dgm:prSet presAssocID="{05B12ACD-234F-4998-BA0F-D16948D387E2}" presName="node" presStyleLbl="node1" presStyleIdx="0" presStyleCnt="6" custScaleY="35114" custLinFactNeighborX="4845" custLinFactNeighborY="-199">
        <dgm:presLayoutVars>
          <dgm:bulletEnabled val="1"/>
        </dgm:presLayoutVars>
      </dgm:prSet>
      <dgm:spPr/>
    </dgm:pt>
    <dgm:pt modelId="{50C5085F-AAD3-405D-A749-D449C5DE0902}" type="pres">
      <dgm:prSet presAssocID="{901D4E58-8C82-4276-AD69-B0EC1AB0E828}" presName="sibTrans" presStyleCnt="0"/>
      <dgm:spPr/>
    </dgm:pt>
    <dgm:pt modelId="{332D651C-98DF-4F4E-8F37-21F92F2C04CD}" type="pres">
      <dgm:prSet presAssocID="{9A2C5337-2812-4DAF-B514-88C045B7C87D}" presName="node" presStyleLbl="node1" presStyleIdx="1" presStyleCnt="6" custScaleY="38597" custLinFactNeighborX="4909" custLinFactNeighborY="-20643">
        <dgm:presLayoutVars>
          <dgm:bulletEnabled val="1"/>
        </dgm:presLayoutVars>
      </dgm:prSet>
      <dgm:spPr/>
    </dgm:pt>
    <dgm:pt modelId="{1FBB5753-D9B9-49B9-8D7C-8531C08AE468}" type="pres">
      <dgm:prSet presAssocID="{A838DAA2-DEEF-4E5D-86EF-0FBA72BD2449}" presName="sibTrans" presStyleCnt="0"/>
      <dgm:spPr/>
    </dgm:pt>
    <dgm:pt modelId="{00660EE7-6121-491D-8F22-7A28317D5BA1}" type="pres">
      <dgm:prSet presAssocID="{26B3118A-0C6A-4C6B-8A78-D423388A051E}" presName="node" presStyleLbl="node1" presStyleIdx="2" presStyleCnt="6" custScaleY="36386" custLinFactNeighborX="4653" custLinFactNeighborY="29527">
        <dgm:presLayoutVars>
          <dgm:bulletEnabled val="1"/>
        </dgm:presLayoutVars>
      </dgm:prSet>
      <dgm:spPr/>
    </dgm:pt>
    <dgm:pt modelId="{2838CA95-8331-4EFB-B56C-1D4A91F4E57A}" type="pres">
      <dgm:prSet presAssocID="{78494343-8CD7-45BE-BC97-C192CD4DCDBE}" presName="sibTrans" presStyleCnt="0"/>
      <dgm:spPr/>
    </dgm:pt>
    <dgm:pt modelId="{461A0375-50FA-4ACF-9EDF-F0FF837F50C6}" type="pres">
      <dgm:prSet presAssocID="{D1C81D19-D513-4919-8B31-BA2CE4722ACF}" presName="node" presStyleLbl="node1" presStyleIdx="3" presStyleCnt="6" custScaleY="39384" custLinFactNeighborX="4653" custLinFactNeighborY="-60655">
        <dgm:presLayoutVars>
          <dgm:bulletEnabled val="1"/>
        </dgm:presLayoutVars>
      </dgm:prSet>
      <dgm:spPr/>
    </dgm:pt>
    <dgm:pt modelId="{886EA297-1F64-4E64-A20A-3455E53D8E47}" type="pres">
      <dgm:prSet presAssocID="{2DC9D935-22FD-417C-AC79-58652D28DAFB}" presName="sibTrans" presStyleCnt="0"/>
      <dgm:spPr/>
    </dgm:pt>
    <dgm:pt modelId="{B278E552-D4A0-425D-A6D6-4ACA79898377}" type="pres">
      <dgm:prSet presAssocID="{3A84D1B4-297D-48D8-8E2B-D76F61E8A10E}" presName="node" presStyleLbl="node1" presStyleIdx="4" presStyleCnt="6" custScaleY="35841" custLinFactY="-50080" custLinFactNeighborX="4914" custLinFactNeighborY="-100000">
        <dgm:presLayoutVars>
          <dgm:bulletEnabled val="1"/>
        </dgm:presLayoutVars>
      </dgm:prSet>
      <dgm:spPr/>
    </dgm:pt>
    <dgm:pt modelId="{4CEB1B2A-9186-4B34-94AD-9A95CDED3CFA}" type="pres">
      <dgm:prSet presAssocID="{22069634-1FE5-4C0F-912D-37B6605DE8B0}" presName="sibTrans" presStyleCnt="0"/>
      <dgm:spPr/>
    </dgm:pt>
    <dgm:pt modelId="{F207E20A-46E0-473F-962C-435ACB555D68}" type="pres">
      <dgm:prSet presAssocID="{2633D1AB-3709-4882-A814-FD866D0F9A02}" presName="node" presStyleLbl="node1" presStyleIdx="5" presStyleCnt="6" custScaleY="34234" custLinFactNeighborX="4653" custLinFactNeighborY="-95440">
        <dgm:presLayoutVars>
          <dgm:bulletEnabled val="1"/>
        </dgm:presLayoutVars>
      </dgm:prSet>
      <dgm:spPr/>
    </dgm:pt>
  </dgm:ptLst>
  <dgm:cxnLst>
    <dgm:cxn modelId="{DD01A712-B095-464E-9133-65E7B3C44ACB}" type="presOf" srcId="{2633D1AB-3709-4882-A814-FD866D0F9A02}" destId="{F207E20A-46E0-473F-962C-435ACB555D68}" srcOrd="0" destOrd="0" presId="urn:microsoft.com/office/officeart/2005/8/layout/default#2"/>
    <dgm:cxn modelId="{FAB1C618-9969-48A9-86E8-4BF74B0ABD76}" srcId="{413D51A4-AFB4-4A49-8877-984AF11B6414}" destId="{05B12ACD-234F-4998-BA0F-D16948D387E2}" srcOrd="0" destOrd="0" parTransId="{3C0BCF40-D228-4691-A111-510B6DBC5B18}" sibTransId="{901D4E58-8C82-4276-AD69-B0EC1AB0E828}"/>
    <dgm:cxn modelId="{C4C48D2C-30A2-4A1C-8C55-8AED0ECF3F5E}" type="presOf" srcId="{9A2C5337-2812-4DAF-B514-88C045B7C87D}" destId="{332D651C-98DF-4F4E-8F37-21F92F2C04CD}" srcOrd="0" destOrd="0" presId="urn:microsoft.com/office/officeart/2005/8/layout/default#2"/>
    <dgm:cxn modelId="{0F8AA735-F738-477B-A794-C1084563CA7A}" type="presOf" srcId="{05B12ACD-234F-4998-BA0F-D16948D387E2}" destId="{64FF6560-58F9-4D11-9E2C-FB3E06FC9024}" srcOrd="0" destOrd="0" presId="urn:microsoft.com/office/officeart/2005/8/layout/default#2"/>
    <dgm:cxn modelId="{3A18E535-62C9-4F91-8A0F-A6C6EB076175}" type="presOf" srcId="{26B3118A-0C6A-4C6B-8A78-D423388A051E}" destId="{00660EE7-6121-491D-8F22-7A28317D5BA1}" srcOrd="0" destOrd="0" presId="urn:microsoft.com/office/officeart/2005/8/layout/default#2"/>
    <dgm:cxn modelId="{AD0D3060-6223-4C70-8DEE-7D74775220C9}" type="presOf" srcId="{3A84D1B4-297D-48D8-8E2B-D76F61E8A10E}" destId="{B278E552-D4A0-425D-A6D6-4ACA79898377}" srcOrd="0" destOrd="0" presId="urn:microsoft.com/office/officeart/2005/8/layout/default#2"/>
    <dgm:cxn modelId="{59E87361-BF8A-4638-AED9-38C4B974B4FA}" srcId="{413D51A4-AFB4-4A49-8877-984AF11B6414}" destId="{9A2C5337-2812-4DAF-B514-88C045B7C87D}" srcOrd="1" destOrd="0" parTransId="{2577C5C1-2DDF-43C4-BC62-957C1F2FECF0}" sibTransId="{A838DAA2-DEEF-4E5D-86EF-0FBA72BD2449}"/>
    <dgm:cxn modelId="{4975D762-B9D6-4E9D-8538-0BCE3AEC2B4F}" type="presOf" srcId="{413D51A4-AFB4-4A49-8877-984AF11B6414}" destId="{E8F6D24B-F48F-496C-8835-2AD2FD71FFA0}" srcOrd="0" destOrd="0" presId="urn:microsoft.com/office/officeart/2005/8/layout/default#2"/>
    <dgm:cxn modelId="{B92A0A8E-DD6B-46D3-9C9F-3D40439D42B0}" srcId="{413D51A4-AFB4-4A49-8877-984AF11B6414}" destId="{2633D1AB-3709-4882-A814-FD866D0F9A02}" srcOrd="5" destOrd="0" parTransId="{045D0483-AB3E-49FB-BC6E-96D77D4B13F8}" sibTransId="{A01E8760-1AD9-48DA-BB61-F1B338267422}"/>
    <dgm:cxn modelId="{84921EC3-9F45-40D1-B9E9-911E070430E8}" srcId="{413D51A4-AFB4-4A49-8877-984AF11B6414}" destId="{26B3118A-0C6A-4C6B-8A78-D423388A051E}" srcOrd="2" destOrd="0" parTransId="{1EAC0046-E452-4825-9D9E-7C72D21A7479}" sibTransId="{78494343-8CD7-45BE-BC97-C192CD4DCDBE}"/>
    <dgm:cxn modelId="{193836C5-AAC3-47F6-8099-478B765638D0}" srcId="{413D51A4-AFB4-4A49-8877-984AF11B6414}" destId="{D1C81D19-D513-4919-8B31-BA2CE4722ACF}" srcOrd="3" destOrd="0" parTransId="{3F823451-0D5E-41A3-856D-2A7DB5A08B02}" sibTransId="{2DC9D935-22FD-417C-AC79-58652D28DAFB}"/>
    <dgm:cxn modelId="{405D69F6-F1F1-4527-A368-BEF2D5FCF5BD}" type="presOf" srcId="{D1C81D19-D513-4919-8B31-BA2CE4722ACF}" destId="{461A0375-50FA-4ACF-9EDF-F0FF837F50C6}" srcOrd="0" destOrd="0" presId="urn:microsoft.com/office/officeart/2005/8/layout/default#2"/>
    <dgm:cxn modelId="{CFC3F2F7-387D-417A-8964-EF63484946AF}" srcId="{413D51A4-AFB4-4A49-8877-984AF11B6414}" destId="{3A84D1B4-297D-48D8-8E2B-D76F61E8A10E}" srcOrd="4" destOrd="0" parTransId="{A2083B3E-270D-475F-9321-DC1F1A0FB46E}" sibTransId="{22069634-1FE5-4C0F-912D-37B6605DE8B0}"/>
    <dgm:cxn modelId="{E496C284-8E77-4B7D-9C3F-0B1F5CB0F7D0}" type="presParOf" srcId="{E8F6D24B-F48F-496C-8835-2AD2FD71FFA0}" destId="{64FF6560-58F9-4D11-9E2C-FB3E06FC9024}" srcOrd="0" destOrd="0" presId="urn:microsoft.com/office/officeart/2005/8/layout/default#2"/>
    <dgm:cxn modelId="{B9DD70D5-287A-4E6F-BCC1-C3E0CE21645C}" type="presParOf" srcId="{E8F6D24B-F48F-496C-8835-2AD2FD71FFA0}" destId="{50C5085F-AAD3-405D-A749-D449C5DE0902}" srcOrd="1" destOrd="0" presId="urn:microsoft.com/office/officeart/2005/8/layout/default#2"/>
    <dgm:cxn modelId="{61188860-87AE-49B4-BCB5-4646AE2A1554}" type="presParOf" srcId="{E8F6D24B-F48F-496C-8835-2AD2FD71FFA0}" destId="{332D651C-98DF-4F4E-8F37-21F92F2C04CD}" srcOrd="2" destOrd="0" presId="urn:microsoft.com/office/officeart/2005/8/layout/default#2"/>
    <dgm:cxn modelId="{9D0E2A42-B046-404D-8E08-D86ADB93F9C2}" type="presParOf" srcId="{E8F6D24B-F48F-496C-8835-2AD2FD71FFA0}" destId="{1FBB5753-D9B9-49B9-8D7C-8531C08AE468}" srcOrd="3" destOrd="0" presId="urn:microsoft.com/office/officeart/2005/8/layout/default#2"/>
    <dgm:cxn modelId="{C26BD101-1575-4AFD-8FB1-21E225F1F41A}" type="presParOf" srcId="{E8F6D24B-F48F-496C-8835-2AD2FD71FFA0}" destId="{00660EE7-6121-491D-8F22-7A28317D5BA1}" srcOrd="4" destOrd="0" presId="urn:microsoft.com/office/officeart/2005/8/layout/default#2"/>
    <dgm:cxn modelId="{56BD27C8-F074-47C8-AFD4-DD314E34252B}" type="presParOf" srcId="{E8F6D24B-F48F-496C-8835-2AD2FD71FFA0}" destId="{2838CA95-8331-4EFB-B56C-1D4A91F4E57A}" srcOrd="5" destOrd="0" presId="urn:microsoft.com/office/officeart/2005/8/layout/default#2"/>
    <dgm:cxn modelId="{46BE5F88-56F8-4AF1-B9FF-961666517713}" type="presParOf" srcId="{E8F6D24B-F48F-496C-8835-2AD2FD71FFA0}" destId="{461A0375-50FA-4ACF-9EDF-F0FF837F50C6}" srcOrd="6" destOrd="0" presId="urn:microsoft.com/office/officeart/2005/8/layout/default#2"/>
    <dgm:cxn modelId="{63DE9F62-5AD8-425E-A25B-2D36F1AFA07E}" type="presParOf" srcId="{E8F6D24B-F48F-496C-8835-2AD2FD71FFA0}" destId="{886EA297-1F64-4E64-A20A-3455E53D8E47}" srcOrd="7" destOrd="0" presId="urn:microsoft.com/office/officeart/2005/8/layout/default#2"/>
    <dgm:cxn modelId="{64E50DEE-167B-403B-B21D-E90445876479}" type="presParOf" srcId="{E8F6D24B-F48F-496C-8835-2AD2FD71FFA0}" destId="{B278E552-D4A0-425D-A6D6-4ACA79898377}" srcOrd="8" destOrd="0" presId="urn:microsoft.com/office/officeart/2005/8/layout/default#2"/>
    <dgm:cxn modelId="{3A3B958E-7922-4843-860B-CE36FF7283C8}" type="presParOf" srcId="{E8F6D24B-F48F-496C-8835-2AD2FD71FFA0}" destId="{4CEB1B2A-9186-4B34-94AD-9A95CDED3CFA}" srcOrd="9" destOrd="0" presId="urn:microsoft.com/office/officeart/2005/8/layout/default#2"/>
    <dgm:cxn modelId="{9703E1E1-D278-41C1-A3DA-F382BD8F8C74}" type="presParOf" srcId="{E8F6D24B-F48F-496C-8835-2AD2FD71FFA0}" destId="{F207E20A-46E0-473F-962C-435ACB555D68}" srcOrd="10" destOrd="0" presId="urn:microsoft.com/office/officeart/2005/8/layout/default#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CE2F3F-6A8A-4F91-978A-BA34E93923C8}">
      <dsp:nvSpPr>
        <dsp:cNvPr id="0" name=""/>
        <dsp:cNvSpPr/>
      </dsp:nvSpPr>
      <dsp:spPr>
        <a:xfrm rot="5400000">
          <a:off x="5332146" y="-2236141"/>
          <a:ext cx="695690" cy="534587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Source Sans Pro" panose="020B0503030403020204" pitchFamily="34" charset="0"/>
              <a:ea typeface="Source Sans Pro" panose="020B0503030403020204" pitchFamily="34" charset="0"/>
            </a:rPr>
            <a:t>Language close to hardware</a:t>
          </a:r>
          <a:endParaRPr lang="en-IN" sz="2000" kern="1200" dirty="0">
            <a:latin typeface="Source Sans Pro" panose="020B0503030403020204" pitchFamily="34" charset="0"/>
            <a:ea typeface="Source Sans Pro" panose="020B0503030403020204" pitchFamily="34" charset="0"/>
          </a:endParaRPr>
        </a:p>
      </dsp:txBody>
      <dsp:txXfrm rot="-5400000">
        <a:off x="3007055" y="122911"/>
        <a:ext cx="5311912" cy="627768"/>
      </dsp:txXfrm>
    </dsp:sp>
    <dsp:sp modelId="{446ABBFD-2D84-42AD-AB3E-5BF6FF1E2A75}">
      <dsp:nvSpPr>
        <dsp:cNvPr id="0" name=""/>
        <dsp:cNvSpPr/>
      </dsp:nvSpPr>
      <dsp:spPr>
        <a:xfrm>
          <a:off x="0" y="1988"/>
          <a:ext cx="3007054" cy="8696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Source Sans Pro" panose="020B0503030403020204" pitchFamily="34" charset="0"/>
              <a:ea typeface="Source Sans Pro" panose="020B0503030403020204" pitchFamily="34" charset="0"/>
            </a:rPr>
            <a:t>Hardware</a:t>
          </a:r>
          <a:endParaRPr lang="en-IN" sz="2000" kern="1200" dirty="0">
            <a:latin typeface="Source Sans Pro" panose="020B0503030403020204" pitchFamily="34" charset="0"/>
            <a:ea typeface="Source Sans Pro" panose="020B0503030403020204" pitchFamily="34" charset="0"/>
          </a:endParaRPr>
        </a:p>
      </dsp:txBody>
      <dsp:txXfrm>
        <a:off x="42451" y="44439"/>
        <a:ext cx="2922152" cy="784710"/>
      </dsp:txXfrm>
    </dsp:sp>
    <dsp:sp modelId="{9FE04B18-A0AF-40D4-8658-66EA86975DA1}">
      <dsp:nvSpPr>
        <dsp:cNvPr id="0" name=""/>
        <dsp:cNvSpPr/>
      </dsp:nvSpPr>
      <dsp:spPr>
        <a:xfrm rot="5400000">
          <a:off x="5332146" y="-1323048"/>
          <a:ext cx="695690" cy="534587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Source Sans Pro" panose="020B0503030403020204" pitchFamily="34" charset="0"/>
              <a:ea typeface="Source Sans Pro" panose="020B0503030403020204" pitchFamily="34" charset="0"/>
            </a:rPr>
            <a:t>Easy to understanding </a:t>
          </a:r>
          <a:endParaRPr lang="en-IN" sz="2000" kern="1200" dirty="0">
            <a:latin typeface="Source Sans Pro" panose="020B0503030403020204" pitchFamily="34" charset="0"/>
            <a:ea typeface="Source Sans Pro" panose="020B0503030403020204" pitchFamily="34" charset="0"/>
          </a:endParaRPr>
        </a:p>
      </dsp:txBody>
      <dsp:txXfrm rot="-5400000">
        <a:off x="3007055" y="1036004"/>
        <a:ext cx="5311912" cy="627768"/>
      </dsp:txXfrm>
    </dsp:sp>
    <dsp:sp modelId="{E359E105-79B0-41FC-8DA0-5242A1D7BA82}">
      <dsp:nvSpPr>
        <dsp:cNvPr id="0" name=""/>
        <dsp:cNvSpPr/>
      </dsp:nvSpPr>
      <dsp:spPr>
        <a:xfrm>
          <a:off x="0" y="915082"/>
          <a:ext cx="3007054" cy="8696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Source Sans Pro" panose="020B0503030403020204" pitchFamily="34" charset="0"/>
              <a:ea typeface="Source Sans Pro" panose="020B0503030403020204" pitchFamily="34" charset="0"/>
            </a:rPr>
            <a:t>Object Oriented Programming </a:t>
          </a:r>
          <a:endParaRPr lang="en-IN" sz="2000" kern="1200" dirty="0">
            <a:latin typeface="Source Sans Pro" panose="020B0503030403020204" pitchFamily="34" charset="0"/>
            <a:ea typeface="Source Sans Pro" panose="020B0503030403020204" pitchFamily="34" charset="0"/>
          </a:endParaRPr>
        </a:p>
      </dsp:txBody>
      <dsp:txXfrm>
        <a:off x="42451" y="957533"/>
        <a:ext cx="2922152" cy="784710"/>
      </dsp:txXfrm>
    </dsp:sp>
    <dsp:sp modelId="{49CF700B-C9F5-4C54-A63C-91F64ECA6B52}">
      <dsp:nvSpPr>
        <dsp:cNvPr id="0" name=""/>
        <dsp:cNvSpPr/>
      </dsp:nvSpPr>
      <dsp:spPr>
        <a:xfrm rot="5400000">
          <a:off x="5332146" y="-409955"/>
          <a:ext cx="695690" cy="534587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Source Sans Pro" panose="020B0503030403020204" pitchFamily="34" charset="0"/>
              <a:ea typeface="Source Sans Pro" panose="020B0503030403020204" pitchFamily="34" charset="0"/>
            </a:rPr>
            <a:t>Millions of software developers use C++,Java</a:t>
          </a:r>
          <a:endParaRPr lang="en-IN" sz="2000" kern="1200" dirty="0">
            <a:latin typeface="Source Sans Pro" panose="020B0503030403020204" pitchFamily="34" charset="0"/>
            <a:ea typeface="Source Sans Pro" panose="020B0503030403020204" pitchFamily="34" charset="0"/>
          </a:endParaRPr>
        </a:p>
      </dsp:txBody>
      <dsp:txXfrm rot="-5400000">
        <a:off x="3007055" y="1949097"/>
        <a:ext cx="5311912" cy="627768"/>
      </dsp:txXfrm>
    </dsp:sp>
    <dsp:sp modelId="{1F74FCDB-DC2A-48CC-AD4B-ECD54CC969B0}">
      <dsp:nvSpPr>
        <dsp:cNvPr id="0" name=""/>
        <dsp:cNvSpPr/>
      </dsp:nvSpPr>
      <dsp:spPr>
        <a:xfrm>
          <a:off x="0" y="1828175"/>
          <a:ext cx="3007054" cy="8696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Source Sans Pro" panose="020B0503030403020204" pitchFamily="34" charset="0"/>
              <a:ea typeface="Source Sans Pro" panose="020B0503030403020204" pitchFamily="34" charset="0"/>
            </a:rPr>
            <a:t>Software Developers Choice </a:t>
          </a:r>
          <a:endParaRPr lang="en-IN" sz="2000" kern="1200" dirty="0">
            <a:latin typeface="Source Sans Pro" panose="020B0503030403020204" pitchFamily="34" charset="0"/>
            <a:ea typeface="Source Sans Pro" panose="020B0503030403020204" pitchFamily="34" charset="0"/>
          </a:endParaRPr>
        </a:p>
      </dsp:txBody>
      <dsp:txXfrm>
        <a:off x="42451" y="1870626"/>
        <a:ext cx="2922152" cy="784710"/>
      </dsp:txXfrm>
    </dsp:sp>
    <dsp:sp modelId="{38D2ED56-4519-4111-9523-5B2BEE86CF9E}">
      <dsp:nvSpPr>
        <dsp:cNvPr id="0" name=""/>
        <dsp:cNvSpPr/>
      </dsp:nvSpPr>
      <dsp:spPr>
        <a:xfrm rot="5400000">
          <a:off x="5332146" y="503137"/>
          <a:ext cx="695690" cy="534587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Source Sans Pro" panose="020B0503030403020204" pitchFamily="34" charset="0"/>
              <a:ea typeface="Source Sans Pro" panose="020B0503030403020204" pitchFamily="34" charset="0"/>
            </a:rPr>
            <a:t>C++, Java is the most widely used programming languages</a:t>
          </a:r>
          <a:endParaRPr lang="en-IN" sz="2000" kern="1200" dirty="0">
            <a:latin typeface="Source Sans Pro" panose="020B0503030403020204" pitchFamily="34" charset="0"/>
            <a:ea typeface="Source Sans Pro" panose="020B0503030403020204" pitchFamily="34" charset="0"/>
          </a:endParaRPr>
        </a:p>
      </dsp:txBody>
      <dsp:txXfrm rot="-5400000">
        <a:off x="3007055" y="2862190"/>
        <a:ext cx="5311912" cy="627768"/>
      </dsp:txXfrm>
    </dsp:sp>
    <dsp:sp modelId="{E71E9338-FDEB-4122-91F3-330D0B37C5CE}">
      <dsp:nvSpPr>
        <dsp:cNvPr id="0" name=""/>
        <dsp:cNvSpPr/>
      </dsp:nvSpPr>
      <dsp:spPr>
        <a:xfrm>
          <a:off x="0" y="2741268"/>
          <a:ext cx="3007054" cy="8696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Source Sans Pro" panose="020B0503030403020204" pitchFamily="34" charset="0"/>
              <a:ea typeface="Source Sans Pro" panose="020B0503030403020204" pitchFamily="34" charset="0"/>
            </a:rPr>
            <a:t>Application And System Programming.</a:t>
          </a:r>
          <a:endParaRPr lang="en-IN" sz="2000" kern="1200" dirty="0">
            <a:latin typeface="Source Sans Pro" panose="020B0503030403020204" pitchFamily="34" charset="0"/>
            <a:ea typeface="Source Sans Pro" panose="020B0503030403020204" pitchFamily="34" charset="0"/>
          </a:endParaRPr>
        </a:p>
      </dsp:txBody>
      <dsp:txXfrm>
        <a:off x="42451" y="2783719"/>
        <a:ext cx="2922152" cy="784710"/>
      </dsp:txXfrm>
    </dsp:sp>
    <dsp:sp modelId="{90385DB9-A634-4AC7-88D7-060A17F147FD}">
      <dsp:nvSpPr>
        <dsp:cNvPr id="0" name=""/>
        <dsp:cNvSpPr/>
      </dsp:nvSpPr>
      <dsp:spPr>
        <a:xfrm rot="5400000">
          <a:off x="5332146" y="1416230"/>
          <a:ext cx="695690" cy="534587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Source Sans Pro" panose="020B0503030403020204" pitchFamily="34" charset="0"/>
              <a:ea typeface="Source Sans Pro" panose="020B0503030403020204" pitchFamily="34" charset="0"/>
            </a:rPr>
            <a:t>C++, Java really teaches you the difference between compiler, linker and loader, different data types, storage classes, </a:t>
          </a:r>
          <a:endParaRPr lang="en-IN" sz="2000" kern="1200" dirty="0">
            <a:latin typeface="Source Sans Pro" panose="020B0503030403020204" pitchFamily="34" charset="0"/>
            <a:ea typeface="Source Sans Pro" panose="020B0503030403020204" pitchFamily="34" charset="0"/>
          </a:endParaRPr>
        </a:p>
      </dsp:txBody>
      <dsp:txXfrm rot="-5400000">
        <a:off x="3007055" y="3775283"/>
        <a:ext cx="5311912" cy="627768"/>
      </dsp:txXfrm>
    </dsp:sp>
    <dsp:sp modelId="{A4BDF4F7-B355-45CE-9E05-DE97C29C3D30}">
      <dsp:nvSpPr>
        <dsp:cNvPr id="0" name=""/>
        <dsp:cNvSpPr/>
      </dsp:nvSpPr>
      <dsp:spPr>
        <a:xfrm>
          <a:off x="0" y="3654361"/>
          <a:ext cx="3007054" cy="8696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Source Sans Pro" panose="020B0503030403020204" pitchFamily="34" charset="0"/>
              <a:ea typeface="Source Sans Pro" panose="020B0503030403020204" pitchFamily="34" charset="0"/>
            </a:rPr>
            <a:t>Difference Between Compiler, Linker And Loader</a:t>
          </a:r>
          <a:endParaRPr lang="en-IN" sz="2000" kern="1200" dirty="0">
            <a:latin typeface="Source Sans Pro" panose="020B0503030403020204" pitchFamily="34" charset="0"/>
            <a:ea typeface="Source Sans Pro" panose="020B0503030403020204" pitchFamily="34" charset="0"/>
          </a:endParaRPr>
        </a:p>
      </dsp:txBody>
      <dsp:txXfrm>
        <a:off x="42451" y="3696812"/>
        <a:ext cx="2922152" cy="7847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1742FB-B511-4995-B178-5921863FE187}">
      <dsp:nvSpPr>
        <dsp:cNvPr id="0" name=""/>
        <dsp:cNvSpPr/>
      </dsp:nvSpPr>
      <dsp:spPr>
        <a:xfrm rot="5400000">
          <a:off x="5328856" y="-2232943"/>
          <a:ext cx="702268" cy="534587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800" b="0" kern="1200" dirty="0">
              <a:solidFill>
                <a:srgbClr val="000000"/>
              </a:solidFill>
              <a:latin typeface="Source Sans Pro" panose="020B0503030403020204" pitchFamily="34" charset="0"/>
              <a:ea typeface="Source Sans Pro" panose="020B0503030403020204" pitchFamily="34" charset="0"/>
            </a:rPr>
            <a:t>Operating System: Windows, Mac OSX and Linux. </a:t>
          </a:r>
          <a:endParaRPr lang="en-IN" sz="1800" b="0" kern="1200" dirty="0">
            <a:latin typeface="Source Sans Pro" panose="020B0503030403020204" pitchFamily="34" charset="0"/>
            <a:ea typeface="Source Sans Pro" panose="020B050303040302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800" b="0" kern="1200" dirty="0">
              <a:solidFill>
                <a:srgbClr val="000000"/>
              </a:solidFill>
              <a:latin typeface="Source Sans Pro" panose="020B0503030403020204" pitchFamily="34" charset="0"/>
              <a:ea typeface="Source Sans Pro" panose="020B0503030403020204" pitchFamily="34" charset="0"/>
            </a:rPr>
            <a:t>Browsers : Mozilla Firefox and Chrome</a:t>
          </a:r>
          <a:endParaRPr lang="en-IN" sz="1800" b="0" kern="1200" dirty="0">
            <a:latin typeface="Source Sans Pro" panose="020B0503030403020204" pitchFamily="34" charset="0"/>
            <a:ea typeface="Source Sans Pro" panose="020B050303040302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800" b="0" kern="1200" dirty="0">
              <a:solidFill>
                <a:srgbClr val="000000"/>
              </a:solidFill>
              <a:latin typeface="Source Sans Pro" panose="020B0503030403020204" pitchFamily="34" charset="0"/>
              <a:ea typeface="Source Sans Pro" panose="020B0503030403020204" pitchFamily="34" charset="0"/>
            </a:rPr>
            <a:t>database system: MySQL.</a:t>
          </a:r>
          <a:endParaRPr lang="en-IN" sz="1800" b="0" kern="1200" dirty="0">
            <a:latin typeface="Source Sans Pro" panose="020B0503030403020204" pitchFamily="34" charset="0"/>
            <a:ea typeface="Source Sans Pro" panose="020B0503030403020204" pitchFamily="34" charset="0"/>
          </a:endParaRPr>
        </a:p>
      </dsp:txBody>
      <dsp:txXfrm rot="-5400000">
        <a:off x="3007054" y="123141"/>
        <a:ext cx="5311591" cy="633704"/>
      </dsp:txXfrm>
    </dsp:sp>
    <dsp:sp modelId="{7A75F29F-00BE-4B0D-BF01-FD23A77267D1}">
      <dsp:nvSpPr>
        <dsp:cNvPr id="0" name=""/>
        <dsp:cNvSpPr/>
      </dsp:nvSpPr>
      <dsp:spPr>
        <a:xfrm>
          <a:off x="0" y="1076"/>
          <a:ext cx="3007054" cy="8778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>
              <a:solidFill>
                <a:srgbClr val="000000"/>
              </a:solidFill>
              <a:latin typeface="Source Sans Pro" panose="020B0503030403020204" pitchFamily="34" charset="0"/>
              <a:ea typeface="Source Sans Pro" panose="020B0503030403020204" pitchFamily="34" charset="0"/>
            </a:rPr>
            <a:t>Application Software Development </a:t>
          </a:r>
          <a:endParaRPr lang="en-IN" sz="1800" b="0" kern="1200" dirty="0">
            <a:latin typeface="Source Sans Pro" panose="020B0503030403020204" pitchFamily="34" charset="0"/>
            <a:ea typeface="Source Sans Pro" panose="020B0503030403020204" pitchFamily="34" charset="0"/>
          </a:endParaRPr>
        </a:p>
      </dsp:txBody>
      <dsp:txXfrm>
        <a:off x="42852" y="43928"/>
        <a:ext cx="2921350" cy="792131"/>
      </dsp:txXfrm>
    </dsp:sp>
    <dsp:sp modelId="{70CB49F9-FBFA-4A51-ADAF-A52B181E8658}">
      <dsp:nvSpPr>
        <dsp:cNvPr id="0" name=""/>
        <dsp:cNvSpPr/>
      </dsp:nvSpPr>
      <dsp:spPr>
        <a:xfrm rot="5400000">
          <a:off x="5328856" y="-1311216"/>
          <a:ext cx="702268" cy="534587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kern="1200" dirty="0">
              <a:solidFill>
                <a:srgbClr val="000000"/>
              </a:solidFill>
              <a:latin typeface="Source Sans Pro" panose="020B0503030403020204" pitchFamily="34" charset="0"/>
              <a:ea typeface="Source Sans Pro" panose="020B0503030403020204" pitchFamily="34" charset="0"/>
            </a:rPr>
            <a:t>C#, Java, JavaScript, Perl, UNIX’s C Shell, PHP and Python, and Verilog etc.</a:t>
          </a:r>
          <a:endParaRPr lang="en-IN" sz="1800" b="0" kern="1200" dirty="0">
            <a:latin typeface="Source Sans Pro" panose="020B0503030403020204" pitchFamily="34" charset="0"/>
            <a:ea typeface="Source Sans Pro" panose="020B0503030403020204" pitchFamily="34" charset="0"/>
          </a:endParaRPr>
        </a:p>
      </dsp:txBody>
      <dsp:txXfrm rot="-5400000">
        <a:off x="3007054" y="1044868"/>
        <a:ext cx="5311591" cy="633704"/>
      </dsp:txXfrm>
    </dsp:sp>
    <dsp:sp modelId="{CC2DDC7C-0FE1-46F8-9BCB-B330A8DAD698}">
      <dsp:nvSpPr>
        <dsp:cNvPr id="0" name=""/>
        <dsp:cNvSpPr/>
      </dsp:nvSpPr>
      <dsp:spPr>
        <a:xfrm>
          <a:off x="0" y="922803"/>
          <a:ext cx="3007054" cy="8778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>
              <a:solidFill>
                <a:srgbClr val="000000"/>
              </a:solidFill>
              <a:latin typeface="Source Sans Pro" panose="020B0503030403020204" pitchFamily="34" charset="0"/>
              <a:ea typeface="Source Sans Pro" panose="020B0503030403020204" pitchFamily="34" charset="0"/>
            </a:rPr>
            <a:t>Programming Languages Development </a:t>
          </a:r>
          <a:endParaRPr lang="en-IN" sz="1800" b="0" kern="1200" dirty="0">
            <a:latin typeface="Source Sans Pro" panose="020B0503030403020204" pitchFamily="34" charset="0"/>
            <a:ea typeface="Source Sans Pro" panose="020B0503030403020204" pitchFamily="34" charset="0"/>
          </a:endParaRPr>
        </a:p>
      </dsp:txBody>
      <dsp:txXfrm>
        <a:off x="42852" y="965655"/>
        <a:ext cx="2921350" cy="792131"/>
      </dsp:txXfrm>
    </dsp:sp>
    <dsp:sp modelId="{B674C094-70BD-4163-AC06-A42EAD4030AB}">
      <dsp:nvSpPr>
        <dsp:cNvPr id="0" name=""/>
        <dsp:cNvSpPr/>
      </dsp:nvSpPr>
      <dsp:spPr>
        <a:xfrm rot="5400000">
          <a:off x="5328856" y="-389489"/>
          <a:ext cx="702268" cy="534587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kern="1200" dirty="0">
              <a:solidFill>
                <a:srgbClr val="000000"/>
              </a:solidFill>
              <a:latin typeface="Source Sans Pro" panose="020B0503030403020204" pitchFamily="34" charset="0"/>
              <a:ea typeface="Source Sans Pro" panose="020B0503030403020204" pitchFamily="34" charset="0"/>
            </a:rPr>
            <a:t>Has a fast speed and computational efficiencies.</a:t>
          </a:r>
          <a:endParaRPr lang="en-IN" sz="1800" b="0" kern="1200" dirty="0">
            <a:latin typeface="Source Sans Pro" panose="020B0503030403020204" pitchFamily="34" charset="0"/>
            <a:ea typeface="Source Sans Pro" panose="020B0503030403020204" pitchFamily="34" charset="0"/>
          </a:endParaRPr>
        </a:p>
      </dsp:txBody>
      <dsp:txXfrm rot="-5400000">
        <a:off x="3007054" y="1966595"/>
        <a:ext cx="5311591" cy="633704"/>
      </dsp:txXfrm>
    </dsp:sp>
    <dsp:sp modelId="{BD3D861A-8C28-400C-84B1-B6E8F35DE9AF}">
      <dsp:nvSpPr>
        <dsp:cNvPr id="0" name=""/>
        <dsp:cNvSpPr/>
      </dsp:nvSpPr>
      <dsp:spPr>
        <a:xfrm>
          <a:off x="0" y="1844530"/>
          <a:ext cx="3007054" cy="8778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>
              <a:solidFill>
                <a:srgbClr val="000000"/>
              </a:solidFill>
              <a:latin typeface="Source Sans Pro" panose="020B0503030403020204" pitchFamily="34" charset="0"/>
              <a:ea typeface="Source Sans Pro" panose="020B0503030403020204" pitchFamily="34" charset="0"/>
            </a:rPr>
            <a:t>Computation Programming </a:t>
          </a:r>
          <a:endParaRPr lang="en-IN" sz="1800" b="0" kern="1200" dirty="0">
            <a:latin typeface="Source Sans Pro" panose="020B0503030403020204" pitchFamily="34" charset="0"/>
            <a:ea typeface="Source Sans Pro" panose="020B0503030403020204" pitchFamily="34" charset="0"/>
          </a:endParaRPr>
        </a:p>
      </dsp:txBody>
      <dsp:txXfrm>
        <a:off x="42852" y="1887382"/>
        <a:ext cx="2921350" cy="792131"/>
      </dsp:txXfrm>
    </dsp:sp>
    <dsp:sp modelId="{99A7EE0E-C607-4FAA-AE3C-5207D7E570A4}">
      <dsp:nvSpPr>
        <dsp:cNvPr id="0" name=""/>
        <dsp:cNvSpPr/>
      </dsp:nvSpPr>
      <dsp:spPr>
        <a:xfrm rot="5400000">
          <a:off x="5328856" y="532237"/>
          <a:ext cx="702268" cy="534587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kern="1200" dirty="0">
              <a:solidFill>
                <a:srgbClr val="000000"/>
              </a:solidFill>
              <a:latin typeface="Source Sans Pro" panose="020B0503030403020204" pitchFamily="34" charset="0"/>
              <a:ea typeface="Source Sans Pro" panose="020B0503030403020204" pitchFamily="34" charset="0"/>
            </a:rPr>
            <a:t>Medical and Engineering Applications like softwares for MRI machines, high-end CAD/CAM systems etc.</a:t>
          </a:r>
          <a:endParaRPr lang="en-IN" sz="1800" b="0" kern="1200" dirty="0">
            <a:latin typeface="Source Sans Pro" panose="020B0503030403020204" pitchFamily="34" charset="0"/>
            <a:ea typeface="Source Sans Pro" panose="020B0503030403020204" pitchFamily="34" charset="0"/>
          </a:endParaRPr>
        </a:p>
      </dsp:txBody>
      <dsp:txXfrm rot="-5400000">
        <a:off x="3007054" y="2888321"/>
        <a:ext cx="5311591" cy="633704"/>
      </dsp:txXfrm>
    </dsp:sp>
    <dsp:sp modelId="{528748A1-8455-4CB7-8477-E82C2B3DCDB4}">
      <dsp:nvSpPr>
        <dsp:cNvPr id="0" name=""/>
        <dsp:cNvSpPr/>
      </dsp:nvSpPr>
      <dsp:spPr>
        <a:xfrm>
          <a:off x="0" y="2766257"/>
          <a:ext cx="3007054" cy="8778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>
              <a:solidFill>
                <a:srgbClr val="000000"/>
              </a:solidFill>
              <a:latin typeface="Source Sans Pro" panose="020B0503030403020204" pitchFamily="34" charset="0"/>
              <a:ea typeface="Source Sans Pro" panose="020B0503030403020204" pitchFamily="34" charset="0"/>
            </a:rPr>
            <a:t>Embedded System</a:t>
          </a:r>
          <a:endParaRPr lang="en-IN" sz="1800" b="0" kern="1200" dirty="0">
            <a:latin typeface="Source Sans Pro" panose="020B0503030403020204" pitchFamily="34" charset="0"/>
            <a:ea typeface="Source Sans Pro" panose="020B0503030403020204" pitchFamily="34" charset="0"/>
          </a:endParaRPr>
        </a:p>
      </dsp:txBody>
      <dsp:txXfrm>
        <a:off x="42852" y="2809109"/>
        <a:ext cx="2921350" cy="792131"/>
      </dsp:txXfrm>
    </dsp:sp>
    <dsp:sp modelId="{FCE16092-3EB1-4BD6-9CFC-2687950A3D96}">
      <dsp:nvSpPr>
        <dsp:cNvPr id="0" name=""/>
        <dsp:cNvSpPr/>
      </dsp:nvSpPr>
      <dsp:spPr>
        <a:xfrm rot="5400000">
          <a:off x="5219988" y="1472112"/>
          <a:ext cx="908910" cy="534065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1800" b="0" kern="1200" dirty="0">
            <a:latin typeface="Source Sans Pro" panose="020B0503030403020204" pitchFamily="34" charset="0"/>
            <a:ea typeface="Source Sans Pro" panose="020B050303040302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kern="1200" dirty="0">
              <a:solidFill>
                <a:srgbClr val="000000"/>
              </a:solidFill>
              <a:latin typeface="Source Sans Pro" panose="020B0503030403020204" pitchFamily="34" charset="0"/>
              <a:ea typeface="Source Sans Pro" panose="020B0503030403020204" pitchFamily="34" charset="0"/>
            </a:rPr>
            <a:t>Procedural programming for CPU intensive functions and provides greater control over hardware</a:t>
          </a:r>
        </a:p>
      </dsp:txBody>
      <dsp:txXfrm rot="-5400000">
        <a:off x="3004117" y="3732353"/>
        <a:ext cx="5296284" cy="820172"/>
      </dsp:txXfrm>
    </dsp:sp>
    <dsp:sp modelId="{07E79FD3-6848-4F8A-843A-1D266EDC9A5E}">
      <dsp:nvSpPr>
        <dsp:cNvPr id="0" name=""/>
        <dsp:cNvSpPr/>
      </dsp:nvSpPr>
      <dsp:spPr>
        <a:xfrm>
          <a:off x="0" y="3703521"/>
          <a:ext cx="3004117" cy="8778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>
              <a:solidFill>
                <a:srgbClr val="000000"/>
              </a:solidFill>
              <a:latin typeface="Source Sans Pro" panose="020B0503030403020204" pitchFamily="34" charset="0"/>
              <a:ea typeface="Source Sans Pro" panose="020B0503030403020204" pitchFamily="34" charset="0"/>
            </a:rPr>
            <a:t>Games Development </a:t>
          </a:r>
          <a:endParaRPr lang="en-IN" sz="1800" b="0" kern="1200" dirty="0">
            <a:latin typeface="Source Sans Pro" panose="020B0503030403020204" pitchFamily="34" charset="0"/>
            <a:ea typeface="Source Sans Pro" panose="020B0503030403020204" pitchFamily="34" charset="0"/>
          </a:endParaRPr>
        </a:p>
      </dsp:txBody>
      <dsp:txXfrm>
        <a:off x="42852" y="3746373"/>
        <a:ext cx="2918413" cy="79213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C95543-86F5-441F-ADC4-4260144C8571}">
      <dsp:nvSpPr>
        <dsp:cNvPr id="0" name=""/>
        <dsp:cNvSpPr/>
      </dsp:nvSpPr>
      <dsp:spPr>
        <a:xfrm>
          <a:off x="0" y="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4A0ACE-B41F-486A-8352-66E4B8E5AB17}">
      <dsp:nvSpPr>
        <dsp:cNvPr id="0" name=""/>
        <dsp:cNvSpPr/>
      </dsp:nvSpPr>
      <dsp:spPr>
        <a:xfrm>
          <a:off x="0" y="0"/>
          <a:ext cx="1645920" cy="45259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>
              <a:latin typeface="Source Sans Pro" panose="020B0503030403020204" pitchFamily="34" charset="0"/>
              <a:ea typeface="Source Sans Pro" panose="020B0503030403020204" pitchFamily="34" charset="0"/>
            </a:rPr>
            <a:t>Striking features of OOP</a:t>
          </a:r>
        </a:p>
      </dsp:txBody>
      <dsp:txXfrm>
        <a:off x="0" y="0"/>
        <a:ext cx="1645920" cy="4525963"/>
      </dsp:txXfrm>
    </dsp:sp>
    <dsp:sp modelId="{D0F49530-A39B-4541-BCE2-16122CA1EE36}">
      <dsp:nvSpPr>
        <dsp:cNvPr id="0" name=""/>
        <dsp:cNvSpPr/>
      </dsp:nvSpPr>
      <dsp:spPr>
        <a:xfrm>
          <a:off x="1769364" y="26767"/>
          <a:ext cx="6460236" cy="5353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latin typeface="Source Sans Pro" panose="020B0503030403020204" pitchFamily="34" charset="0"/>
              <a:ea typeface="Source Sans Pro" panose="020B0503030403020204" pitchFamily="34" charset="0"/>
            </a:rPr>
            <a:t>Emphasis data </a:t>
          </a:r>
        </a:p>
      </dsp:txBody>
      <dsp:txXfrm>
        <a:off x="1769364" y="26767"/>
        <a:ext cx="6460236" cy="535358"/>
      </dsp:txXfrm>
    </dsp:sp>
    <dsp:sp modelId="{945DE252-5A5A-4EC0-987F-0A246424AD68}">
      <dsp:nvSpPr>
        <dsp:cNvPr id="0" name=""/>
        <dsp:cNvSpPr/>
      </dsp:nvSpPr>
      <dsp:spPr>
        <a:xfrm>
          <a:off x="1645920" y="562126"/>
          <a:ext cx="6583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9576EE-C3BD-4313-8434-B19298D52F35}">
      <dsp:nvSpPr>
        <dsp:cNvPr id="0" name=""/>
        <dsp:cNvSpPr/>
      </dsp:nvSpPr>
      <dsp:spPr>
        <a:xfrm>
          <a:off x="1769364" y="588894"/>
          <a:ext cx="6460236" cy="5353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latin typeface="Source Sans Pro" panose="020B0503030403020204" pitchFamily="34" charset="0"/>
              <a:ea typeface="Source Sans Pro" panose="020B0503030403020204" pitchFamily="34" charset="0"/>
            </a:rPr>
            <a:t>Program divided into object</a:t>
          </a:r>
        </a:p>
      </dsp:txBody>
      <dsp:txXfrm>
        <a:off x="1769364" y="588894"/>
        <a:ext cx="6460236" cy="535358"/>
      </dsp:txXfrm>
    </dsp:sp>
    <dsp:sp modelId="{31B0EAB2-CE4C-4AD0-B1E1-55CB698C29BC}">
      <dsp:nvSpPr>
        <dsp:cNvPr id="0" name=""/>
        <dsp:cNvSpPr/>
      </dsp:nvSpPr>
      <dsp:spPr>
        <a:xfrm>
          <a:off x="1645920" y="1124253"/>
          <a:ext cx="6583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FCE755-406B-42E7-B6B9-93D76658E098}">
      <dsp:nvSpPr>
        <dsp:cNvPr id="0" name=""/>
        <dsp:cNvSpPr/>
      </dsp:nvSpPr>
      <dsp:spPr>
        <a:xfrm>
          <a:off x="1769364" y="1151021"/>
          <a:ext cx="6460236" cy="5353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latin typeface="Source Sans Pro" panose="020B0503030403020204" pitchFamily="34" charset="0"/>
              <a:ea typeface="Source Sans Pro" panose="020B0503030403020204" pitchFamily="34" charset="0"/>
            </a:rPr>
            <a:t>Data structure</a:t>
          </a:r>
        </a:p>
      </dsp:txBody>
      <dsp:txXfrm>
        <a:off x="1769364" y="1151021"/>
        <a:ext cx="6460236" cy="535358"/>
      </dsp:txXfrm>
    </dsp:sp>
    <dsp:sp modelId="{E6A783D5-C30B-4194-B5F4-B0B15124DE42}">
      <dsp:nvSpPr>
        <dsp:cNvPr id="0" name=""/>
        <dsp:cNvSpPr/>
      </dsp:nvSpPr>
      <dsp:spPr>
        <a:xfrm>
          <a:off x="1645920" y="1686379"/>
          <a:ext cx="6583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FB561C-E1DD-43B9-A4D3-076A2CDF457E}">
      <dsp:nvSpPr>
        <dsp:cNvPr id="0" name=""/>
        <dsp:cNvSpPr/>
      </dsp:nvSpPr>
      <dsp:spPr>
        <a:xfrm>
          <a:off x="1769364" y="1713147"/>
          <a:ext cx="6460236" cy="5353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latin typeface="Source Sans Pro" panose="020B0503030403020204" pitchFamily="34" charset="0"/>
              <a:ea typeface="Source Sans Pro" panose="020B0503030403020204" pitchFamily="34" charset="0"/>
            </a:rPr>
            <a:t>Function</a:t>
          </a:r>
        </a:p>
      </dsp:txBody>
      <dsp:txXfrm>
        <a:off x="1769364" y="1713147"/>
        <a:ext cx="6460236" cy="535358"/>
      </dsp:txXfrm>
    </dsp:sp>
    <dsp:sp modelId="{C2357431-90F3-424C-9719-B89B7A519F42}">
      <dsp:nvSpPr>
        <dsp:cNvPr id="0" name=""/>
        <dsp:cNvSpPr/>
      </dsp:nvSpPr>
      <dsp:spPr>
        <a:xfrm>
          <a:off x="1645920" y="2248506"/>
          <a:ext cx="6583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D48C18-CD9D-4C1C-9951-367D6664A5FA}">
      <dsp:nvSpPr>
        <dsp:cNvPr id="0" name=""/>
        <dsp:cNvSpPr/>
      </dsp:nvSpPr>
      <dsp:spPr>
        <a:xfrm>
          <a:off x="1769364" y="2275274"/>
          <a:ext cx="6460236" cy="5353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latin typeface="Source Sans Pro" panose="020B0503030403020204" pitchFamily="34" charset="0"/>
              <a:ea typeface="Source Sans Pro" panose="020B0503030403020204" pitchFamily="34" charset="0"/>
            </a:rPr>
            <a:t>Hidden Data</a:t>
          </a:r>
        </a:p>
      </dsp:txBody>
      <dsp:txXfrm>
        <a:off x="1769364" y="2275274"/>
        <a:ext cx="6460236" cy="535358"/>
      </dsp:txXfrm>
    </dsp:sp>
    <dsp:sp modelId="{6CB1F9F1-67CA-4C32-A50E-AF3E5A7075EA}">
      <dsp:nvSpPr>
        <dsp:cNvPr id="0" name=""/>
        <dsp:cNvSpPr/>
      </dsp:nvSpPr>
      <dsp:spPr>
        <a:xfrm>
          <a:off x="1645920" y="2810632"/>
          <a:ext cx="6583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7F6294-B0D6-4E35-AC21-21CB46070108}">
      <dsp:nvSpPr>
        <dsp:cNvPr id="0" name=""/>
        <dsp:cNvSpPr/>
      </dsp:nvSpPr>
      <dsp:spPr>
        <a:xfrm>
          <a:off x="1769364" y="2837400"/>
          <a:ext cx="6460236" cy="5353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latin typeface="Source Sans Pro" panose="020B0503030403020204" pitchFamily="34" charset="0"/>
              <a:ea typeface="Source Sans Pro" panose="020B0503030403020204" pitchFamily="34" charset="0"/>
            </a:rPr>
            <a:t>Object Communication</a:t>
          </a:r>
        </a:p>
      </dsp:txBody>
      <dsp:txXfrm>
        <a:off x="1769364" y="2837400"/>
        <a:ext cx="6460236" cy="535358"/>
      </dsp:txXfrm>
    </dsp:sp>
    <dsp:sp modelId="{009CE1FE-2B76-47ED-BCF0-61F13250FC55}">
      <dsp:nvSpPr>
        <dsp:cNvPr id="0" name=""/>
        <dsp:cNvSpPr/>
      </dsp:nvSpPr>
      <dsp:spPr>
        <a:xfrm>
          <a:off x="1645920" y="3372759"/>
          <a:ext cx="6583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EE98F9-08A7-46DC-AC00-C823DE49618A}">
      <dsp:nvSpPr>
        <dsp:cNvPr id="0" name=""/>
        <dsp:cNvSpPr/>
      </dsp:nvSpPr>
      <dsp:spPr>
        <a:xfrm>
          <a:off x="1769364" y="3399527"/>
          <a:ext cx="6460236" cy="5353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latin typeface="Source Sans Pro" panose="020B0503030403020204" pitchFamily="34" charset="0"/>
              <a:ea typeface="Source Sans Pro" panose="020B0503030403020204" pitchFamily="34" charset="0"/>
            </a:rPr>
            <a:t>New data/function easily add</a:t>
          </a:r>
        </a:p>
      </dsp:txBody>
      <dsp:txXfrm>
        <a:off x="1769364" y="3399527"/>
        <a:ext cx="6460236" cy="535358"/>
      </dsp:txXfrm>
    </dsp:sp>
    <dsp:sp modelId="{791DE033-F56D-4056-8357-8E12A2653F5B}">
      <dsp:nvSpPr>
        <dsp:cNvPr id="0" name=""/>
        <dsp:cNvSpPr/>
      </dsp:nvSpPr>
      <dsp:spPr>
        <a:xfrm>
          <a:off x="1645920" y="3934886"/>
          <a:ext cx="6583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E9CBA4-E0F8-4EDD-BA23-6FBEB2BA3706}">
      <dsp:nvSpPr>
        <dsp:cNvPr id="0" name=""/>
        <dsp:cNvSpPr/>
      </dsp:nvSpPr>
      <dsp:spPr>
        <a:xfrm>
          <a:off x="1769364" y="3961654"/>
          <a:ext cx="6460236" cy="5353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latin typeface="Source Sans Pro" panose="020B0503030403020204" pitchFamily="34" charset="0"/>
              <a:ea typeface="Source Sans Pro" panose="020B0503030403020204" pitchFamily="34" charset="0"/>
            </a:rPr>
            <a:t>Follow bottom of approach</a:t>
          </a:r>
        </a:p>
      </dsp:txBody>
      <dsp:txXfrm>
        <a:off x="1769364" y="3961654"/>
        <a:ext cx="6460236" cy="535358"/>
      </dsp:txXfrm>
    </dsp:sp>
    <dsp:sp modelId="{074E6A5D-5A7C-465A-B81E-6DED0C8111C2}">
      <dsp:nvSpPr>
        <dsp:cNvPr id="0" name=""/>
        <dsp:cNvSpPr/>
      </dsp:nvSpPr>
      <dsp:spPr>
        <a:xfrm>
          <a:off x="1645920" y="4497012"/>
          <a:ext cx="6583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FF6560-58F9-4D11-9E2C-FB3E06FC9024}">
      <dsp:nvSpPr>
        <dsp:cNvPr id="0" name=""/>
        <dsp:cNvSpPr/>
      </dsp:nvSpPr>
      <dsp:spPr>
        <a:xfrm>
          <a:off x="733498" y="0"/>
          <a:ext cx="2847528" cy="59992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atin typeface="Source Sans Pro" panose="020B0503030403020204" pitchFamily="34" charset="0"/>
              <a:ea typeface="Source Sans Pro" panose="020B0503030403020204" pitchFamily="34" charset="0"/>
            </a:rPr>
            <a:t>Classes</a:t>
          </a:r>
        </a:p>
      </dsp:txBody>
      <dsp:txXfrm>
        <a:off x="733498" y="0"/>
        <a:ext cx="2847528" cy="599928"/>
      </dsp:txXfrm>
    </dsp:sp>
    <dsp:sp modelId="{332D651C-98DF-4F4E-8F37-21F92F2C04CD}">
      <dsp:nvSpPr>
        <dsp:cNvPr id="0" name=""/>
        <dsp:cNvSpPr/>
      </dsp:nvSpPr>
      <dsp:spPr>
        <a:xfrm>
          <a:off x="735320" y="535334"/>
          <a:ext cx="2847528" cy="65943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atin typeface="Source Sans Pro" panose="020B0503030403020204" pitchFamily="34" charset="0"/>
              <a:ea typeface="Source Sans Pro" panose="020B0503030403020204" pitchFamily="34" charset="0"/>
            </a:rPr>
            <a:t>Objects</a:t>
          </a:r>
        </a:p>
      </dsp:txBody>
      <dsp:txXfrm>
        <a:off x="735320" y="535334"/>
        <a:ext cx="2847528" cy="659436"/>
      </dsp:txXfrm>
    </dsp:sp>
    <dsp:sp modelId="{00660EE7-6121-491D-8F22-7A28317D5BA1}">
      <dsp:nvSpPr>
        <dsp:cNvPr id="0" name=""/>
        <dsp:cNvSpPr/>
      </dsp:nvSpPr>
      <dsp:spPr>
        <a:xfrm>
          <a:off x="728031" y="2336686"/>
          <a:ext cx="2847528" cy="6216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atin typeface="Source Sans Pro" panose="020B0503030403020204" pitchFamily="34" charset="0"/>
              <a:ea typeface="Source Sans Pro" panose="020B0503030403020204" pitchFamily="34" charset="0"/>
            </a:rPr>
            <a:t>Data Abstraction</a:t>
          </a:r>
        </a:p>
      </dsp:txBody>
      <dsp:txXfrm>
        <a:off x="728031" y="2336686"/>
        <a:ext cx="2847528" cy="621661"/>
      </dsp:txXfrm>
    </dsp:sp>
    <dsp:sp modelId="{461A0375-50FA-4ACF-9EDF-F0FF837F50C6}">
      <dsp:nvSpPr>
        <dsp:cNvPr id="0" name=""/>
        <dsp:cNvSpPr/>
      </dsp:nvSpPr>
      <dsp:spPr>
        <a:xfrm>
          <a:off x="728031" y="1702325"/>
          <a:ext cx="2847528" cy="6728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atin typeface="Source Sans Pro" panose="020B0503030403020204" pitchFamily="34" charset="0"/>
              <a:ea typeface="Source Sans Pro" panose="020B0503030403020204" pitchFamily="34" charset="0"/>
            </a:rPr>
            <a:t>Data Encapsulation</a:t>
          </a:r>
        </a:p>
      </dsp:txBody>
      <dsp:txXfrm>
        <a:off x="728031" y="1702325"/>
        <a:ext cx="2847528" cy="672882"/>
      </dsp:txXfrm>
    </dsp:sp>
    <dsp:sp modelId="{B278E552-D4A0-425D-A6D6-4ACA79898377}">
      <dsp:nvSpPr>
        <dsp:cNvPr id="0" name=""/>
        <dsp:cNvSpPr/>
      </dsp:nvSpPr>
      <dsp:spPr>
        <a:xfrm>
          <a:off x="735463" y="1132119"/>
          <a:ext cx="2847528" cy="61234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atin typeface="Source Sans Pro" panose="020B0503030403020204" pitchFamily="34" charset="0"/>
              <a:ea typeface="Source Sans Pro" panose="020B0503030403020204" pitchFamily="34" charset="0"/>
            </a:rPr>
            <a:t>Inheritance</a:t>
          </a:r>
        </a:p>
      </dsp:txBody>
      <dsp:txXfrm>
        <a:off x="735463" y="1132119"/>
        <a:ext cx="2847528" cy="612349"/>
      </dsp:txXfrm>
    </dsp:sp>
    <dsp:sp modelId="{F207E20A-46E0-473F-962C-435ACB555D68}">
      <dsp:nvSpPr>
        <dsp:cNvPr id="0" name=""/>
        <dsp:cNvSpPr/>
      </dsp:nvSpPr>
      <dsp:spPr>
        <a:xfrm>
          <a:off x="728031" y="2962755"/>
          <a:ext cx="2847528" cy="5848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atin typeface="Source Sans Pro" panose="020B0503030403020204" pitchFamily="34" charset="0"/>
              <a:ea typeface="Source Sans Pro" panose="020B0503030403020204" pitchFamily="34" charset="0"/>
            </a:rPr>
            <a:t>Polymorphism</a:t>
          </a:r>
        </a:p>
      </dsp:txBody>
      <dsp:txXfrm>
        <a:off x="728031" y="2962755"/>
        <a:ext cx="2847528" cy="5848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#2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A5BC60-745B-4DCB-AFF7-41F3C351C02C}" type="datetimeFigureOut">
              <a:rPr lang="en-US" smtClean="0"/>
              <a:pPr/>
              <a:t>7/18/2025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33CFCF-CA9E-4058-9EDA-E5E02DF4CCC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864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N" altLang="en-US"/>
          </a:p>
        </p:txBody>
      </p:sp>
      <p:sp>
        <p:nvSpPr>
          <p:cNvPr id="17412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14241D0-20C1-45B6-9C1A-EED81EDB2B7E}" type="slidenum">
              <a:rPr kumimoji="0" lang="en-I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43164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>
            <a:extLst>
              <a:ext uri="{FF2B5EF4-FFF2-40B4-BE49-F238E27FC236}">
                <a16:creationId xmlns:a16="http://schemas.microsoft.com/office/drawing/2014/main" id="{48529ECA-51DD-4375-B169-434A5E6A9F2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Notes Placeholder 2">
            <a:extLst>
              <a:ext uri="{FF2B5EF4-FFF2-40B4-BE49-F238E27FC236}">
                <a16:creationId xmlns:a16="http://schemas.microsoft.com/office/drawing/2014/main" id="{91F59239-F4CA-4B6A-B284-39D31FE0B2C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50180" name="Slide Number Placeholder 3">
            <a:extLst>
              <a:ext uri="{FF2B5EF4-FFF2-40B4-BE49-F238E27FC236}">
                <a16:creationId xmlns:a16="http://schemas.microsoft.com/office/drawing/2014/main" id="{1FFDF226-A7C6-412C-B6C9-BDF29FC900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81B0B31B-0D4F-4287-BC8C-130AA81F398B}" type="slidenum">
              <a:rPr lang="en-IN" altLang="en-US" smtClean="0"/>
              <a:pPr/>
              <a:t>5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5552524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3023468" y="2744787"/>
            <a:ext cx="3097064" cy="1368425"/>
          </a:xfrm>
        </p:spPr>
        <p:txBody>
          <a:bodyPr rtlCol="0">
            <a:normAutofit/>
          </a:bodyPr>
          <a:lstStyle>
            <a:lvl1pPr marL="0" indent="0">
              <a:buNone/>
              <a:defRPr sz="900"/>
            </a:lvl1pPr>
          </a:lstStyle>
          <a:p>
            <a:pPr lvl="0"/>
            <a:r>
              <a:rPr lang="en-US" noProof="0"/>
              <a:t>Click icon to add picture</a:t>
            </a:r>
            <a:endParaRPr lang="en-IN" noProof="0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1988764" y="4221087"/>
            <a:ext cx="5166472" cy="576823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 i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>
              <a:buNone/>
              <a:defRPr/>
            </a:lvl4pPr>
            <a:lvl5pPr marL="1828800" indent="0">
              <a:buNone/>
              <a:defRPr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77004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>
            <a:extLst>
              <a:ext uri="{FF2B5EF4-FFF2-40B4-BE49-F238E27FC236}">
                <a16:creationId xmlns:a16="http://schemas.microsoft.com/office/drawing/2014/main" id="{2B4F0E4A-CB68-43F4-9E9C-651F0DCEF6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88" b="8002"/>
          <a:stretch>
            <a:fillRect/>
          </a:stretch>
        </p:blipFill>
        <p:spPr bwMode="auto">
          <a:xfrm>
            <a:off x="-90488" y="0"/>
            <a:ext cx="9234488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73CFAFA-0875-4A0F-9E74-FCCC65123813}"/>
              </a:ext>
            </a:extLst>
          </p:cNvPr>
          <p:cNvCxnSpPr/>
          <p:nvPr userDrawn="1"/>
        </p:nvCxnSpPr>
        <p:spPr>
          <a:xfrm>
            <a:off x="395288" y="1125538"/>
            <a:ext cx="835342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332655"/>
            <a:ext cx="8229600" cy="822583"/>
          </a:xfrm>
        </p:spPr>
        <p:txBody>
          <a:bodyPr>
            <a:normAutofit/>
          </a:bodyPr>
          <a:lstStyle>
            <a:lvl1pPr algn="l">
              <a:defRPr sz="2000" b="1">
                <a:solidFill>
                  <a:schemeClr val="bg1"/>
                </a:solidFill>
                <a:latin typeface="Minion Pro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2373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FCE7C5C-CE7A-4263-8E89-258FF0B88199}"/>
              </a:ext>
            </a:extLst>
          </p:cNvPr>
          <p:cNvCxnSpPr/>
          <p:nvPr userDrawn="1"/>
        </p:nvCxnSpPr>
        <p:spPr>
          <a:xfrm>
            <a:off x="395288" y="1125538"/>
            <a:ext cx="835342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B3AB3CD-F4F4-4BD2-9751-5C66C0B86C1E}"/>
              </a:ext>
            </a:extLst>
          </p:cNvPr>
          <p:cNvCxnSpPr/>
          <p:nvPr userDrawn="1"/>
        </p:nvCxnSpPr>
        <p:spPr>
          <a:xfrm>
            <a:off x="395288" y="6308725"/>
            <a:ext cx="6192837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4E2423A-03F8-476A-8BFD-B4504F159052}"/>
              </a:ext>
            </a:extLst>
          </p:cNvPr>
          <p:cNvCxnSpPr/>
          <p:nvPr userDrawn="1"/>
        </p:nvCxnSpPr>
        <p:spPr>
          <a:xfrm>
            <a:off x="971550" y="6381750"/>
            <a:ext cx="0" cy="36036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9">
            <a:extLst>
              <a:ext uri="{FF2B5EF4-FFF2-40B4-BE49-F238E27FC236}">
                <a16:creationId xmlns:a16="http://schemas.microsoft.com/office/drawing/2014/main" id="{127AB29B-3095-42FA-AB14-918CAA3545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588" y="5805488"/>
            <a:ext cx="2070100" cy="906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>
            <a:lvl1pPr algn="l">
              <a:defRPr sz="2000" b="1">
                <a:solidFill>
                  <a:srgbClr val="9F1C33"/>
                </a:solidFill>
                <a:latin typeface="Minion Pro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21" name="Content Placeholder 20"/>
          <p:cNvSpPr>
            <a:spLocks noGrp="1"/>
          </p:cNvSpPr>
          <p:nvPr>
            <p:ph sz="quarter" idx="14"/>
          </p:nvPr>
        </p:nvSpPr>
        <p:spPr>
          <a:xfrm>
            <a:off x="539750" y="1484313"/>
            <a:ext cx="8064500" cy="4032250"/>
          </a:xfrm>
        </p:spPr>
        <p:txBody>
          <a:bodyPr>
            <a:normAutofit/>
          </a:bodyPr>
          <a:lstStyle>
            <a:lvl1pPr>
              <a:defRPr sz="1600">
                <a:latin typeface="Source Sans Pro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E0FBFA7-9197-42EE-B705-C05D7B80A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028700" y="6356350"/>
            <a:ext cx="2895600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 dirty="0"/>
              <a:t>Week 1: Introduction to OOP</a:t>
            </a:r>
            <a:endParaRPr lang="en-IN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E9B46E5-44A2-4903-AF22-AC5E56B5905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68313" y="6356350"/>
            <a:ext cx="476250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C8527551-CA00-4000-9787-8A87FA6D8924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337925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303E9CC-BA7A-4924-8273-5C6115A58BE0}"/>
              </a:ext>
            </a:extLst>
          </p:cNvPr>
          <p:cNvCxnSpPr/>
          <p:nvPr userDrawn="1"/>
        </p:nvCxnSpPr>
        <p:spPr>
          <a:xfrm>
            <a:off x="395288" y="1125538"/>
            <a:ext cx="835342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A375E1E-69D0-4C4E-9969-FB81855F7039}"/>
              </a:ext>
            </a:extLst>
          </p:cNvPr>
          <p:cNvCxnSpPr/>
          <p:nvPr userDrawn="1"/>
        </p:nvCxnSpPr>
        <p:spPr>
          <a:xfrm>
            <a:off x="395288" y="6308725"/>
            <a:ext cx="6192837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13AEF16-74FA-429D-A8B6-377D535E9573}"/>
              </a:ext>
            </a:extLst>
          </p:cNvPr>
          <p:cNvCxnSpPr/>
          <p:nvPr userDrawn="1"/>
        </p:nvCxnSpPr>
        <p:spPr>
          <a:xfrm>
            <a:off x="971550" y="6381750"/>
            <a:ext cx="0" cy="36036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9">
            <a:extLst>
              <a:ext uri="{FF2B5EF4-FFF2-40B4-BE49-F238E27FC236}">
                <a16:creationId xmlns:a16="http://schemas.microsoft.com/office/drawing/2014/main" id="{CD8777B1-B45F-4DFD-BA4D-3256D5CB22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588" y="5805488"/>
            <a:ext cx="2070100" cy="906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342900" indent="-342900">
              <a:buFont typeface="Wingdings" pitchFamily="2" charset="2"/>
              <a:buChar char="§"/>
              <a:defRPr sz="1800">
                <a:latin typeface="Source Sans Pro" pitchFamily="34" charset="0"/>
              </a:defRPr>
            </a:lvl1pPr>
            <a:lvl2pPr marL="742950" indent="-285750">
              <a:buFont typeface="Wingdings" pitchFamily="2" charset="2"/>
              <a:buChar char="§"/>
              <a:defRPr sz="1800">
                <a:latin typeface="Source Sans Pro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800">
                <a:latin typeface="Source Sans Pro" pitchFamily="34" charset="0"/>
              </a:defRPr>
            </a:lvl3pPr>
            <a:lvl4pPr marL="1600200" indent="-228600">
              <a:buFont typeface="Wingdings" pitchFamily="2" charset="2"/>
              <a:buChar char="§"/>
              <a:defRPr sz="1800">
                <a:latin typeface="Source Sans Pro" pitchFamily="34" charset="0"/>
              </a:defRPr>
            </a:lvl4pPr>
            <a:lvl5pPr marL="2057400" indent="-228600">
              <a:buFont typeface="Wingdings" pitchFamily="2" charset="2"/>
              <a:buChar char="§"/>
              <a:defRPr sz="1800">
                <a:latin typeface="Source Sans Pro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57200" y="332655"/>
            <a:ext cx="8229600" cy="822583"/>
          </a:xfrm>
        </p:spPr>
        <p:txBody>
          <a:bodyPr>
            <a:normAutofit/>
          </a:bodyPr>
          <a:lstStyle>
            <a:lvl1pPr algn="l">
              <a:defRPr sz="2000" b="1">
                <a:solidFill>
                  <a:srgbClr val="9F1C33"/>
                </a:solidFill>
                <a:latin typeface="Minion Pro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40B647F-0DA4-4F53-AC5E-15C9CDDB57A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68313" y="6356350"/>
            <a:ext cx="476250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E96DB79F-FCFB-4D85-9918-43115AD8F6A4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E0FBFA7-9197-42EE-B705-C05D7B80A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028700" y="6356350"/>
            <a:ext cx="2895600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 dirty="0"/>
              <a:t>Week 1: Introduction to OOP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8296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8F7A97-0415-4293-9B99-E8856CF4A50E}"/>
              </a:ext>
            </a:extLst>
          </p:cNvPr>
          <p:cNvCxnSpPr/>
          <p:nvPr userDrawn="1"/>
        </p:nvCxnSpPr>
        <p:spPr>
          <a:xfrm>
            <a:off x="395288" y="1125538"/>
            <a:ext cx="835342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961B785-A8F5-4A92-85AC-15F188CCC3DD}"/>
              </a:ext>
            </a:extLst>
          </p:cNvPr>
          <p:cNvCxnSpPr/>
          <p:nvPr userDrawn="1"/>
        </p:nvCxnSpPr>
        <p:spPr>
          <a:xfrm>
            <a:off x="395288" y="6308725"/>
            <a:ext cx="6192837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909395F-2422-4B33-9E34-8BB1D6627657}"/>
              </a:ext>
            </a:extLst>
          </p:cNvPr>
          <p:cNvCxnSpPr/>
          <p:nvPr userDrawn="1"/>
        </p:nvCxnSpPr>
        <p:spPr>
          <a:xfrm>
            <a:off x="971550" y="6381750"/>
            <a:ext cx="0" cy="36036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9">
            <a:extLst>
              <a:ext uri="{FF2B5EF4-FFF2-40B4-BE49-F238E27FC236}">
                <a16:creationId xmlns:a16="http://schemas.microsoft.com/office/drawing/2014/main" id="{9AF8A42B-BFCD-44BA-AF6A-999B3A6061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588" y="5805488"/>
            <a:ext cx="2070100" cy="906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Font typeface="Wingdings" pitchFamily="2" charset="2"/>
              <a:buNone/>
              <a:defRPr sz="1800">
                <a:latin typeface="Source Sans Pro" pitchFamily="34" charset="0"/>
              </a:defRPr>
            </a:lvl1pPr>
            <a:lvl2pPr marL="457200" indent="0">
              <a:buFont typeface="Wingdings" pitchFamily="2" charset="2"/>
              <a:buNone/>
              <a:defRPr sz="1800">
                <a:latin typeface="Source Sans Pro" pitchFamily="34" charset="0"/>
              </a:defRPr>
            </a:lvl2pPr>
            <a:lvl3pPr marL="914400" indent="0">
              <a:buFont typeface="Wingdings" pitchFamily="2" charset="2"/>
              <a:buNone/>
              <a:defRPr sz="1800">
                <a:latin typeface="Source Sans Pro" pitchFamily="34" charset="0"/>
              </a:defRPr>
            </a:lvl3pPr>
            <a:lvl4pPr marL="1371600" indent="0">
              <a:buFont typeface="Wingdings" pitchFamily="2" charset="2"/>
              <a:buNone/>
              <a:defRPr sz="1800">
                <a:latin typeface="Source Sans Pro" pitchFamily="34" charset="0"/>
              </a:defRPr>
            </a:lvl4pPr>
            <a:lvl5pPr marL="1828800" indent="0">
              <a:buFont typeface="Wingdings" pitchFamily="2" charset="2"/>
              <a:buNone/>
              <a:defRPr sz="1800">
                <a:latin typeface="Source Sans Pro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57200" y="332655"/>
            <a:ext cx="8229600" cy="822583"/>
          </a:xfrm>
        </p:spPr>
        <p:txBody>
          <a:bodyPr>
            <a:normAutofit/>
          </a:bodyPr>
          <a:lstStyle>
            <a:lvl1pPr algn="l">
              <a:defRPr sz="2000" b="1">
                <a:solidFill>
                  <a:srgbClr val="9F1C33"/>
                </a:solidFill>
                <a:latin typeface="Minion Pro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2"/>
          </p:nvPr>
        </p:nvSpPr>
        <p:spPr>
          <a:xfrm>
            <a:off x="-323850" y="5661025"/>
            <a:ext cx="914400" cy="91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2E9AA1E9-D739-4AC8-B91A-FA72084928A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468313" y="6356350"/>
            <a:ext cx="476250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4D01ED78-61EE-4E4B-A79F-71C29E4DF720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E0FBFA7-9197-42EE-B705-C05D7B80A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028700" y="6356350"/>
            <a:ext cx="2895600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 dirty="0"/>
              <a:t>Week 1: Introduction to OOP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964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415B0E7-2E76-4813-A495-EB00207598EE}"/>
              </a:ext>
            </a:extLst>
          </p:cNvPr>
          <p:cNvCxnSpPr/>
          <p:nvPr userDrawn="1"/>
        </p:nvCxnSpPr>
        <p:spPr>
          <a:xfrm>
            <a:off x="395288" y="1125538"/>
            <a:ext cx="835342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67A54A7-F054-4B92-89B5-DC1D39CB4731}"/>
              </a:ext>
            </a:extLst>
          </p:cNvPr>
          <p:cNvCxnSpPr/>
          <p:nvPr userDrawn="1"/>
        </p:nvCxnSpPr>
        <p:spPr>
          <a:xfrm>
            <a:off x="395288" y="6308725"/>
            <a:ext cx="6192837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00F836A-617C-4161-9EA1-8E1432607DD9}"/>
              </a:ext>
            </a:extLst>
          </p:cNvPr>
          <p:cNvCxnSpPr/>
          <p:nvPr userDrawn="1"/>
        </p:nvCxnSpPr>
        <p:spPr>
          <a:xfrm>
            <a:off x="971550" y="6381750"/>
            <a:ext cx="0" cy="36036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9">
            <a:extLst>
              <a:ext uri="{FF2B5EF4-FFF2-40B4-BE49-F238E27FC236}">
                <a16:creationId xmlns:a16="http://schemas.microsoft.com/office/drawing/2014/main" id="{C6456C1E-82D0-4E7F-A577-147AA3CDBC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588" y="5805488"/>
            <a:ext cx="2070100" cy="906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52936"/>
            <a:ext cx="8229600" cy="3273227"/>
          </a:xfrm>
        </p:spPr>
        <p:txBody>
          <a:bodyPr>
            <a:normAutofit/>
          </a:bodyPr>
          <a:lstStyle>
            <a:lvl1pPr marL="342900" indent="-342900">
              <a:buFont typeface="Wingdings" pitchFamily="2" charset="2"/>
              <a:buChar char="§"/>
              <a:defRPr sz="1800">
                <a:latin typeface="Source Sans Pro" pitchFamily="34" charset="0"/>
              </a:defRPr>
            </a:lvl1pPr>
            <a:lvl2pPr marL="742950" indent="-285750">
              <a:buFont typeface="Wingdings" pitchFamily="2" charset="2"/>
              <a:buChar char="§"/>
              <a:defRPr sz="1800">
                <a:latin typeface="Source Sans Pro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800">
                <a:latin typeface="Source Sans Pro" pitchFamily="34" charset="0"/>
              </a:defRPr>
            </a:lvl3pPr>
            <a:lvl4pPr marL="1600200" indent="-228600">
              <a:buFont typeface="Wingdings" pitchFamily="2" charset="2"/>
              <a:buChar char="§"/>
              <a:defRPr sz="1800">
                <a:latin typeface="Source Sans Pro" pitchFamily="34" charset="0"/>
              </a:defRPr>
            </a:lvl4pPr>
            <a:lvl5pPr marL="2057400" indent="-228600">
              <a:buFont typeface="Wingdings" pitchFamily="2" charset="2"/>
              <a:buChar char="§"/>
              <a:defRPr sz="1800">
                <a:latin typeface="Source Sans Pro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>
          <a:xfrm>
            <a:off x="468313" y="1484313"/>
            <a:ext cx="8207375" cy="1152525"/>
          </a:xfrm>
        </p:spPr>
        <p:txBody>
          <a:bodyPr>
            <a:noAutofit/>
          </a:bodyPr>
          <a:lstStyle>
            <a:lvl1pPr marL="0" indent="0" algn="just">
              <a:buNone/>
              <a:defRPr sz="1800">
                <a:latin typeface="Source Sans Pro" pitchFamily="34" charset="0"/>
              </a:defRPr>
            </a:lvl1pPr>
            <a:lvl2pPr marL="457200" indent="0" algn="just">
              <a:buNone/>
              <a:defRPr sz="1800"/>
            </a:lvl2pPr>
            <a:lvl3pPr marL="914400" indent="0" algn="just">
              <a:buNone/>
              <a:defRPr sz="1800"/>
            </a:lvl3pPr>
            <a:lvl4pPr marL="1371600" indent="0" algn="just">
              <a:buNone/>
              <a:defRPr sz="1800"/>
            </a:lvl4pPr>
            <a:lvl5pPr marL="1828800" indent="0" algn="just">
              <a:buNone/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57200" y="332655"/>
            <a:ext cx="8229600" cy="822583"/>
          </a:xfrm>
        </p:spPr>
        <p:txBody>
          <a:bodyPr>
            <a:normAutofit/>
          </a:bodyPr>
          <a:lstStyle>
            <a:lvl1pPr algn="l">
              <a:defRPr sz="2000" b="1">
                <a:solidFill>
                  <a:srgbClr val="9F1C33"/>
                </a:solidFill>
                <a:latin typeface="Minion Pro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28DECDE-53C5-47DF-9C1A-1597BD8749E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68313" y="6356350"/>
            <a:ext cx="476250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ACA1EABC-3BBA-4102-8B3C-25889ECF2417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E0FBFA7-9197-42EE-B705-C05D7B80A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028700" y="6356350"/>
            <a:ext cx="2895600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 dirty="0"/>
              <a:t>Week 1: Introduction to OOP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7947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FC58911-F8D9-4180-AF06-A297C30ADC45}"/>
              </a:ext>
            </a:extLst>
          </p:cNvPr>
          <p:cNvCxnSpPr/>
          <p:nvPr userDrawn="1"/>
        </p:nvCxnSpPr>
        <p:spPr>
          <a:xfrm>
            <a:off x="395288" y="6308725"/>
            <a:ext cx="6192837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4D357AB-9CBF-46D1-908F-4D8BAFEE4356}"/>
              </a:ext>
            </a:extLst>
          </p:cNvPr>
          <p:cNvCxnSpPr/>
          <p:nvPr userDrawn="1"/>
        </p:nvCxnSpPr>
        <p:spPr>
          <a:xfrm>
            <a:off x="971550" y="6381750"/>
            <a:ext cx="0" cy="36036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F57A93E-255D-42C9-94AD-3746F329CCCD}"/>
              </a:ext>
            </a:extLst>
          </p:cNvPr>
          <p:cNvCxnSpPr/>
          <p:nvPr userDrawn="1"/>
        </p:nvCxnSpPr>
        <p:spPr>
          <a:xfrm>
            <a:off x="395288" y="1125538"/>
            <a:ext cx="835342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9">
            <a:extLst>
              <a:ext uri="{FF2B5EF4-FFF2-40B4-BE49-F238E27FC236}">
                <a16:creationId xmlns:a16="http://schemas.microsoft.com/office/drawing/2014/main" id="{B2D5F7FD-E75B-4BC0-BC52-4ADBCFD5DC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588" y="5805488"/>
            <a:ext cx="2070100" cy="906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>
            <a:normAutofit/>
          </a:bodyPr>
          <a:lstStyle>
            <a:lvl1pPr>
              <a:defRPr sz="9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>
            <a:normAutofit/>
          </a:bodyPr>
          <a:lstStyle>
            <a:lvl1pPr>
              <a:defRPr sz="9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57200" y="332655"/>
            <a:ext cx="8229600" cy="822583"/>
          </a:xfrm>
        </p:spPr>
        <p:txBody>
          <a:bodyPr>
            <a:normAutofit/>
          </a:bodyPr>
          <a:lstStyle>
            <a:lvl1pPr algn="l">
              <a:defRPr sz="2000" b="1">
                <a:solidFill>
                  <a:srgbClr val="9F1C33"/>
                </a:solidFill>
                <a:latin typeface="Minion Pro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D4D1722-B988-4277-8DCE-618055742D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68313" y="6356350"/>
            <a:ext cx="476250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CBE763E1-0DF8-425F-95D0-865E689DF149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E0FBFA7-9197-42EE-B705-C05D7B80A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028700" y="6356350"/>
            <a:ext cx="2895600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 dirty="0"/>
              <a:t>Week 1: Introduction to OOP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3273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9CBADBF-B897-4312-9452-7BDABA201D4D}"/>
              </a:ext>
            </a:extLst>
          </p:cNvPr>
          <p:cNvCxnSpPr/>
          <p:nvPr userDrawn="1"/>
        </p:nvCxnSpPr>
        <p:spPr>
          <a:xfrm>
            <a:off x="395288" y="6308725"/>
            <a:ext cx="6192837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CFC9672-BF20-4B3E-B832-B1CCBD7A10B4}"/>
              </a:ext>
            </a:extLst>
          </p:cNvPr>
          <p:cNvCxnSpPr/>
          <p:nvPr userDrawn="1"/>
        </p:nvCxnSpPr>
        <p:spPr>
          <a:xfrm>
            <a:off x="971550" y="6381750"/>
            <a:ext cx="0" cy="36036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C248082-2DD1-4C7A-AB5C-F71116E74637}"/>
              </a:ext>
            </a:extLst>
          </p:cNvPr>
          <p:cNvCxnSpPr/>
          <p:nvPr userDrawn="1"/>
        </p:nvCxnSpPr>
        <p:spPr>
          <a:xfrm>
            <a:off x="395288" y="1125538"/>
            <a:ext cx="835342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3A28F4BF-2CC1-4BDF-84A9-855F6F65CA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588" y="5805488"/>
            <a:ext cx="2070100" cy="906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ctr">
            <a:normAutofit/>
          </a:bodyPr>
          <a:lstStyle>
            <a:lvl1pPr marL="0" indent="0">
              <a:buNone/>
              <a:defRPr sz="1800" b="1">
                <a:latin typeface="Source Sans Pro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>
            <a:normAutofit/>
          </a:bodyPr>
          <a:lstStyle>
            <a:lvl1pPr marL="342900" indent="-342900">
              <a:buFont typeface="Wingdings" pitchFamily="2" charset="2"/>
              <a:buChar char="§"/>
              <a:defRPr sz="1800">
                <a:latin typeface="Source Sans Pro" pitchFamily="34" charset="0"/>
              </a:defRPr>
            </a:lvl1pPr>
            <a:lvl2pPr marL="742950" indent="-285750">
              <a:buFont typeface="Wingdings" pitchFamily="2" charset="2"/>
              <a:buChar char="§"/>
              <a:defRPr sz="1800">
                <a:latin typeface="Source Sans Pro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800">
                <a:latin typeface="Source Sans Pro" pitchFamily="34" charset="0"/>
              </a:defRPr>
            </a:lvl3pPr>
            <a:lvl4pPr marL="1600200" indent="-228600">
              <a:buFont typeface="Wingdings" pitchFamily="2" charset="2"/>
              <a:buChar char="§"/>
              <a:defRPr sz="1800">
                <a:latin typeface="Source Sans Pro" pitchFamily="34" charset="0"/>
              </a:defRPr>
            </a:lvl4pPr>
            <a:lvl5pPr marL="2057400" indent="-228600">
              <a:buFont typeface="Wingdings" pitchFamily="2" charset="2"/>
              <a:buChar char="§"/>
              <a:defRPr sz="1800">
                <a:latin typeface="Source Sans Pro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ctr">
            <a:normAutofit/>
          </a:bodyPr>
          <a:lstStyle>
            <a:lvl1pPr marL="0" indent="0">
              <a:buNone/>
              <a:defRPr sz="1800" b="1">
                <a:latin typeface="Source Sans Pro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>
            <a:normAutofit/>
          </a:bodyPr>
          <a:lstStyle>
            <a:lvl1pPr marL="342900" indent="-342900">
              <a:buFont typeface="Wingdings" pitchFamily="2" charset="2"/>
              <a:buChar char="§"/>
              <a:defRPr sz="1800">
                <a:latin typeface="Source Sans Pro" pitchFamily="34" charset="0"/>
              </a:defRPr>
            </a:lvl1pPr>
            <a:lvl2pPr marL="742950" indent="-285750">
              <a:buFont typeface="Wingdings" pitchFamily="2" charset="2"/>
              <a:buChar char="§"/>
              <a:defRPr sz="1800">
                <a:latin typeface="Source Sans Pro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800">
                <a:latin typeface="Source Sans Pro" pitchFamily="34" charset="0"/>
              </a:defRPr>
            </a:lvl3pPr>
            <a:lvl4pPr marL="1600200" indent="-228600">
              <a:buFont typeface="Wingdings" pitchFamily="2" charset="2"/>
              <a:buChar char="§"/>
              <a:defRPr sz="1800">
                <a:latin typeface="Source Sans Pro" pitchFamily="34" charset="0"/>
              </a:defRPr>
            </a:lvl4pPr>
            <a:lvl5pPr marL="2057400" indent="-228600">
              <a:buFont typeface="Wingdings" pitchFamily="2" charset="2"/>
              <a:buChar char="§"/>
              <a:defRPr sz="1800">
                <a:latin typeface="Source Sans Pro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457200" y="332655"/>
            <a:ext cx="8229600" cy="822583"/>
          </a:xfrm>
        </p:spPr>
        <p:txBody>
          <a:bodyPr>
            <a:normAutofit/>
          </a:bodyPr>
          <a:lstStyle>
            <a:lvl1pPr algn="l">
              <a:defRPr sz="2000" b="1">
                <a:solidFill>
                  <a:srgbClr val="9F1C33"/>
                </a:solidFill>
                <a:latin typeface="Minion Pro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6AEDDDC-8B52-44A2-B541-999E029926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68313" y="6356350"/>
            <a:ext cx="476250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DB2108A5-6DD4-4C25-A924-A3F48E03D141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E0FBFA7-9197-42EE-B705-C05D7B80A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028700" y="6356350"/>
            <a:ext cx="2895600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 dirty="0"/>
              <a:t>Week 1: Introduction to OOP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0691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7E043F0-A9F1-4C5B-A3E4-818440216D97}"/>
              </a:ext>
            </a:extLst>
          </p:cNvPr>
          <p:cNvCxnSpPr/>
          <p:nvPr userDrawn="1"/>
        </p:nvCxnSpPr>
        <p:spPr>
          <a:xfrm>
            <a:off x="395288" y="6308725"/>
            <a:ext cx="6192837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0DDA98A-9418-4224-B98C-69AD3FA5E7D2}"/>
              </a:ext>
            </a:extLst>
          </p:cNvPr>
          <p:cNvCxnSpPr/>
          <p:nvPr userDrawn="1"/>
        </p:nvCxnSpPr>
        <p:spPr>
          <a:xfrm>
            <a:off x="971550" y="6381750"/>
            <a:ext cx="0" cy="36036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9A51C0-E4BD-4153-A17C-EB3382427C8B}"/>
              </a:ext>
            </a:extLst>
          </p:cNvPr>
          <p:cNvCxnSpPr/>
          <p:nvPr userDrawn="1"/>
        </p:nvCxnSpPr>
        <p:spPr>
          <a:xfrm>
            <a:off x="395288" y="1125538"/>
            <a:ext cx="835342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9">
            <a:extLst>
              <a:ext uri="{FF2B5EF4-FFF2-40B4-BE49-F238E27FC236}">
                <a16:creationId xmlns:a16="http://schemas.microsoft.com/office/drawing/2014/main" id="{20115D08-C8CF-4E91-B5F1-442B9B5C42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588" y="5805488"/>
            <a:ext cx="2070100" cy="906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556792"/>
            <a:ext cx="4040188" cy="4569371"/>
          </a:xfrm>
        </p:spPr>
        <p:txBody>
          <a:bodyPr>
            <a:normAutofit/>
          </a:bodyPr>
          <a:lstStyle>
            <a:lvl1pPr marL="0" indent="0">
              <a:buFont typeface="Wingdings" pitchFamily="2" charset="2"/>
              <a:buNone/>
              <a:defRPr sz="1600">
                <a:latin typeface="Source Sans Pro" pitchFamily="34" charset="0"/>
              </a:defRPr>
            </a:lvl1pPr>
            <a:lvl2pPr marL="457200" indent="0">
              <a:buFont typeface="Wingdings" pitchFamily="2" charset="2"/>
              <a:buNone/>
              <a:defRPr sz="1600">
                <a:latin typeface="Source Sans Pro" pitchFamily="34" charset="0"/>
              </a:defRPr>
            </a:lvl2pPr>
            <a:lvl3pPr marL="914400" indent="0">
              <a:buFont typeface="Wingdings" pitchFamily="2" charset="2"/>
              <a:buNone/>
              <a:defRPr sz="1600">
                <a:latin typeface="Source Sans Pro" pitchFamily="34" charset="0"/>
              </a:defRPr>
            </a:lvl3pPr>
            <a:lvl4pPr marL="1371600" indent="0">
              <a:buFont typeface="Wingdings" pitchFamily="2" charset="2"/>
              <a:buNone/>
              <a:defRPr sz="1600">
                <a:latin typeface="Source Sans Pro" pitchFamily="34" charset="0"/>
              </a:defRPr>
            </a:lvl4pPr>
            <a:lvl5pPr marL="1828800" indent="0">
              <a:buFont typeface="Wingdings" pitchFamily="2" charset="2"/>
              <a:buNone/>
              <a:defRPr sz="1600">
                <a:latin typeface="Source Sans Pro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556792"/>
            <a:ext cx="4041775" cy="4569371"/>
          </a:xfrm>
        </p:spPr>
        <p:txBody>
          <a:bodyPr>
            <a:normAutofit/>
          </a:bodyPr>
          <a:lstStyle>
            <a:lvl1pPr marL="0" indent="0">
              <a:buFont typeface="Wingdings" pitchFamily="2" charset="2"/>
              <a:buNone/>
              <a:defRPr sz="1600">
                <a:latin typeface="Source Sans Pro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Source Sans Pro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Source Sans Pro" pitchFamily="34" charset="0"/>
              </a:defRPr>
            </a:lvl3pPr>
            <a:lvl4pPr marL="1600200" indent="-228600">
              <a:buFont typeface="Wingdings" pitchFamily="2" charset="2"/>
              <a:buChar char="§"/>
              <a:defRPr sz="1600">
                <a:latin typeface="Source Sans Pro" pitchFamily="34" charset="0"/>
              </a:defRPr>
            </a:lvl4pPr>
            <a:lvl5pPr marL="2057400" indent="-228600">
              <a:buFont typeface="Wingdings" pitchFamily="2" charset="2"/>
              <a:buChar char="§"/>
              <a:defRPr sz="1600">
                <a:latin typeface="Source Sans Pro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57200" y="332655"/>
            <a:ext cx="8229600" cy="822583"/>
          </a:xfrm>
        </p:spPr>
        <p:txBody>
          <a:bodyPr>
            <a:normAutofit/>
          </a:bodyPr>
          <a:lstStyle>
            <a:lvl1pPr algn="l">
              <a:defRPr sz="2000" b="1">
                <a:solidFill>
                  <a:srgbClr val="9F1C33"/>
                </a:solidFill>
                <a:latin typeface="Minion Pro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0BBA58E-18BA-4689-A481-0E954DF544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68313" y="6356350"/>
            <a:ext cx="476250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EB295BE4-4EB3-4FD3-ACA6-024D9D1CE747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5E0FBFA7-9197-42EE-B705-C05D7B80A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028700" y="6356350"/>
            <a:ext cx="2895600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 dirty="0"/>
              <a:t>Week 1: Introduction to OOP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6689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EC4DF56-B38A-494B-B3DB-3318E2CB8B8B}"/>
              </a:ext>
            </a:extLst>
          </p:cNvPr>
          <p:cNvCxnSpPr/>
          <p:nvPr userDrawn="1"/>
        </p:nvCxnSpPr>
        <p:spPr>
          <a:xfrm>
            <a:off x="395288" y="6308725"/>
            <a:ext cx="6192837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78AC5AE-BBEC-4E0B-97A6-4230299C9CB8}"/>
              </a:ext>
            </a:extLst>
          </p:cNvPr>
          <p:cNvCxnSpPr/>
          <p:nvPr userDrawn="1"/>
        </p:nvCxnSpPr>
        <p:spPr>
          <a:xfrm>
            <a:off x="971550" y="6381750"/>
            <a:ext cx="0" cy="36036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03C8B70-B5C1-454A-A1F8-639C14C656BE}"/>
              </a:ext>
            </a:extLst>
          </p:cNvPr>
          <p:cNvCxnSpPr/>
          <p:nvPr userDrawn="1"/>
        </p:nvCxnSpPr>
        <p:spPr>
          <a:xfrm>
            <a:off x="395288" y="1125538"/>
            <a:ext cx="835342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9">
            <a:extLst>
              <a:ext uri="{FF2B5EF4-FFF2-40B4-BE49-F238E27FC236}">
                <a16:creationId xmlns:a16="http://schemas.microsoft.com/office/drawing/2014/main" id="{A00F8EE8-5DDB-4429-977F-8AB8A942B9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588" y="5805488"/>
            <a:ext cx="2070100" cy="906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/>
          </p:nvPr>
        </p:nvSpPr>
        <p:spPr>
          <a:xfrm>
            <a:off x="467544" y="1412776"/>
            <a:ext cx="8208912" cy="4824536"/>
          </a:xfrm>
        </p:spPr>
        <p:txBody>
          <a:bodyPr rtlCol="0">
            <a:normAutofit/>
          </a:bodyPr>
          <a:lstStyle>
            <a:lvl1pPr marL="0" indent="0">
              <a:buNone/>
              <a:defRPr sz="9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457200" y="332655"/>
            <a:ext cx="8229600" cy="822583"/>
          </a:xfrm>
        </p:spPr>
        <p:txBody>
          <a:bodyPr>
            <a:normAutofit/>
          </a:bodyPr>
          <a:lstStyle>
            <a:lvl1pPr algn="l">
              <a:defRPr sz="2000" b="1">
                <a:solidFill>
                  <a:srgbClr val="9F1C33"/>
                </a:solidFill>
                <a:latin typeface="Minion Pro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485387E-1F3E-4859-9608-2CAB3A24CA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68313" y="6356350"/>
            <a:ext cx="476250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6BB1BDCC-D3BB-4194-B336-18EB572B82E6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E0FBFA7-9197-42EE-B705-C05D7B80A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028700" y="6356350"/>
            <a:ext cx="2895600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 dirty="0"/>
              <a:t>Week 1: Introduction to OOP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9588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BA6EA1D-919B-4409-B17B-ACCECFB02990}"/>
              </a:ext>
            </a:extLst>
          </p:cNvPr>
          <p:cNvCxnSpPr/>
          <p:nvPr userDrawn="1"/>
        </p:nvCxnSpPr>
        <p:spPr>
          <a:xfrm>
            <a:off x="395288" y="6308725"/>
            <a:ext cx="6192837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3F1B810-2037-40E5-8949-3ACE7BAE68FA}"/>
              </a:ext>
            </a:extLst>
          </p:cNvPr>
          <p:cNvCxnSpPr/>
          <p:nvPr userDrawn="1"/>
        </p:nvCxnSpPr>
        <p:spPr>
          <a:xfrm>
            <a:off x="971550" y="6381750"/>
            <a:ext cx="0" cy="36036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9F3332C-12A4-44D3-B0DF-765E3D479D16}"/>
              </a:ext>
            </a:extLst>
          </p:cNvPr>
          <p:cNvCxnSpPr/>
          <p:nvPr userDrawn="1"/>
        </p:nvCxnSpPr>
        <p:spPr>
          <a:xfrm>
            <a:off x="395288" y="1125538"/>
            <a:ext cx="835342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9">
            <a:extLst>
              <a:ext uri="{FF2B5EF4-FFF2-40B4-BE49-F238E27FC236}">
                <a16:creationId xmlns:a16="http://schemas.microsoft.com/office/drawing/2014/main" id="{0377A4F6-98A6-4835-B443-E550C973E1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588" y="5805488"/>
            <a:ext cx="2070100" cy="906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39552" y="1268760"/>
            <a:ext cx="8147248" cy="3744416"/>
          </a:xfrm>
        </p:spPr>
        <p:txBody>
          <a:bodyPr rtlCol="0">
            <a:normAutofit/>
          </a:bodyPr>
          <a:lstStyle>
            <a:lvl1pPr marL="0" indent="0">
              <a:buNone/>
              <a:defRPr sz="9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8376" y="5085184"/>
            <a:ext cx="8147248" cy="804862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Source Sans Pro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57200" y="332655"/>
            <a:ext cx="8229600" cy="822583"/>
          </a:xfrm>
        </p:spPr>
        <p:txBody>
          <a:bodyPr>
            <a:normAutofit/>
          </a:bodyPr>
          <a:lstStyle>
            <a:lvl1pPr algn="l">
              <a:defRPr sz="2000" b="1">
                <a:solidFill>
                  <a:srgbClr val="9F1C33"/>
                </a:solidFill>
                <a:latin typeface="Minion Pro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41F4B98-AD50-418F-88A9-B9C038FCBC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68313" y="6356350"/>
            <a:ext cx="476250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2AE01F42-FDE3-4E6F-949A-CD062FA17472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E0FBFA7-9197-42EE-B705-C05D7B80A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028700" y="6356350"/>
            <a:ext cx="2895600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 dirty="0"/>
              <a:t>Week 1: Introduction to OOP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5691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>
            <a:extLst>
              <a:ext uri="{FF2B5EF4-FFF2-40B4-BE49-F238E27FC236}">
                <a16:creationId xmlns:a16="http://schemas.microsoft.com/office/drawing/2014/main" id="{5395C900-D20A-4638-A0C0-759E912E99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588" y="5805488"/>
            <a:ext cx="2070100" cy="906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8" name="Rectangle 67">
            <a:extLst>
              <a:ext uri="{FF2B5EF4-FFF2-40B4-BE49-F238E27FC236}">
                <a16:creationId xmlns:a16="http://schemas.microsoft.com/office/drawing/2014/main" id="{549D96AB-86CB-456B-97F6-B944A2C1E0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1A20FE-1124-4C41-978A-A38649954C1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E0FBFA7-9197-42EE-B705-C05D7B80A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028700" y="6356350"/>
            <a:ext cx="2895600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 dirty="0"/>
              <a:t>Week 1: Introduction to OOP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29002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>
            <a:extLst>
              <a:ext uri="{FF2B5EF4-FFF2-40B4-BE49-F238E27FC236}">
                <a16:creationId xmlns:a16="http://schemas.microsoft.com/office/drawing/2014/main" id="{428DA7B1-195E-47C8-B50B-1732856386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588" y="5805488"/>
            <a:ext cx="2070100" cy="906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610BC1E7-E5AD-48A5-AA68-CBFC5400F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F2C1F6-59D3-4CA3-A967-90F800888CA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E0FBFA7-9197-42EE-B705-C05D7B80A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028700" y="6356350"/>
            <a:ext cx="2895600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 dirty="0"/>
              <a:t>Week 1: Introduction to OOP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28243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>
            <a:extLst>
              <a:ext uri="{FF2B5EF4-FFF2-40B4-BE49-F238E27FC236}">
                <a16:creationId xmlns:a16="http://schemas.microsoft.com/office/drawing/2014/main" id="{E480327A-6943-4741-917B-BFABCB70EBF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075" y="1052513"/>
            <a:ext cx="4535488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1988764" y="4221087"/>
            <a:ext cx="5166472" cy="576823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 i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>
              <a:buNone/>
              <a:defRPr/>
            </a:lvl4pPr>
            <a:lvl5pPr marL="1828800" indent="0">
              <a:buNone/>
              <a:defRPr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293645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>
            <a:extLst>
              <a:ext uri="{FF2B5EF4-FFF2-40B4-BE49-F238E27FC236}">
                <a16:creationId xmlns:a16="http://schemas.microsoft.com/office/drawing/2014/main" id="{08C2D41E-3B75-4B80-AB2C-48FC190B7F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88" b="8002"/>
          <a:stretch>
            <a:fillRect/>
          </a:stretch>
        </p:blipFill>
        <p:spPr bwMode="auto">
          <a:xfrm>
            <a:off x="-90488" y="0"/>
            <a:ext cx="9234488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CE76EBD-9660-4240-A07E-F0F1A8F659E1}"/>
              </a:ext>
            </a:extLst>
          </p:cNvPr>
          <p:cNvCxnSpPr/>
          <p:nvPr userDrawn="1"/>
        </p:nvCxnSpPr>
        <p:spPr>
          <a:xfrm>
            <a:off x="395288" y="1125538"/>
            <a:ext cx="835342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332655"/>
            <a:ext cx="8229600" cy="822583"/>
          </a:xfrm>
        </p:spPr>
        <p:txBody>
          <a:bodyPr>
            <a:normAutofit/>
          </a:bodyPr>
          <a:lstStyle>
            <a:lvl1pPr algn="l">
              <a:defRPr sz="2000" b="1">
                <a:solidFill>
                  <a:schemeClr val="bg1"/>
                </a:solidFill>
                <a:latin typeface="Minion Pro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50550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D1499A5-7B2B-4FA6-8E1D-AC070EBFD965}"/>
              </a:ext>
            </a:extLst>
          </p:cNvPr>
          <p:cNvCxnSpPr/>
          <p:nvPr userDrawn="1"/>
        </p:nvCxnSpPr>
        <p:spPr>
          <a:xfrm>
            <a:off x="395288" y="1125538"/>
            <a:ext cx="835342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C9B1EAD-3EEC-43AC-8E4B-D8D917B271C2}"/>
              </a:ext>
            </a:extLst>
          </p:cNvPr>
          <p:cNvCxnSpPr/>
          <p:nvPr userDrawn="1"/>
        </p:nvCxnSpPr>
        <p:spPr>
          <a:xfrm>
            <a:off x="395288" y="6308725"/>
            <a:ext cx="6192837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95F443C-8AE2-4127-86CB-FF3EBF5438DA}"/>
              </a:ext>
            </a:extLst>
          </p:cNvPr>
          <p:cNvCxnSpPr/>
          <p:nvPr userDrawn="1"/>
        </p:nvCxnSpPr>
        <p:spPr>
          <a:xfrm>
            <a:off x="971550" y="6381750"/>
            <a:ext cx="0" cy="36036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>
            <a:extLst>
              <a:ext uri="{FF2B5EF4-FFF2-40B4-BE49-F238E27FC236}">
                <a16:creationId xmlns:a16="http://schemas.microsoft.com/office/drawing/2014/main" id="{3933DD30-AC00-440E-8B90-0B8D607A1B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1625" y="5737225"/>
            <a:ext cx="223202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>
            <a:lvl1pPr algn="l">
              <a:defRPr sz="2000" b="1">
                <a:solidFill>
                  <a:srgbClr val="9F1C33"/>
                </a:solidFill>
                <a:latin typeface="Minion Pro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21" name="Content Placeholder 20"/>
          <p:cNvSpPr>
            <a:spLocks noGrp="1"/>
          </p:cNvSpPr>
          <p:nvPr>
            <p:ph sz="quarter" idx="14"/>
          </p:nvPr>
        </p:nvSpPr>
        <p:spPr>
          <a:xfrm>
            <a:off x="539750" y="1484313"/>
            <a:ext cx="8064500" cy="4032250"/>
          </a:xfrm>
        </p:spPr>
        <p:txBody>
          <a:bodyPr>
            <a:normAutofit/>
          </a:bodyPr>
          <a:lstStyle>
            <a:lvl1pPr>
              <a:defRPr sz="1600">
                <a:latin typeface="Source Sans Pro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6652489-B49E-4892-95C9-C9018AA660D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68313" y="6356350"/>
            <a:ext cx="476250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8D0D288D-32CE-47D9-A2B3-DBCF6821DC3D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E0FBFA7-9197-42EE-B705-C05D7B80A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028700" y="6356350"/>
            <a:ext cx="2895600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 dirty="0"/>
              <a:t>Week 1: Introduction to OOP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77349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7EA544E-DD50-4542-8BB8-4C85F1164CBE}"/>
              </a:ext>
            </a:extLst>
          </p:cNvPr>
          <p:cNvCxnSpPr/>
          <p:nvPr userDrawn="1"/>
        </p:nvCxnSpPr>
        <p:spPr>
          <a:xfrm>
            <a:off x="395288" y="1125538"/>
            <a:ext cx="835342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E8FD0C1-A26A-426E-9EF6-36DEE3DA908E}"/>
              </a:ext>
            </a:extLst>
          </p:cNvPr>
          <p:cNvCxnSpPr/>
          <p:nvPr userDrawn="1"/>
        </p:nvCxnSpPr>
        <p:spPr>
          <a:xfrm>
            <a:off x="395288" y="6308725"/>
            <a:ext cx="6192837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EE160AF-1FCC-4B04-AD6F-1406BC21A94B}"/>
              </a:ext>
            </a:extLst>
          </p:cNvPr>
          <p:cNvCxnSpPr/>
          <p:nvPr userDrawn="1"/>
        </p:nvCxnSpPr>
        <p:spPr>
          <a:xfrm>
            <a:off x="971550" y="6381750"/>
            <a:ext cx="0" cy="36036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>
            <a:extLst>
              <a:ext uri="{FF2B5EF4-FFF2-40B4-BE49-F238E27FC236}">
                <a16:creationId xmlns:a16="http://schemas.microsoft.com/office/drawing/2014/main" id="{F090DE27-1840-47A5-A525-93AF7647553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1625" y="5737225"/>
            <a:ext cx="223202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342900" indent="-342900">
              <a:buFont typeface="Wingdings" pitchFamily="2" charset="2"/>
              <a:buChar char="§"/>
              <a:defRPr sz="1800">
                <a:latin typeface="Source Sans Pro" pitchFamily="34" charset="0"/>
              </a:defRPr>
            </a:lvl1pPr>
            <a:lvl2pPr marL="742950" indent="-285750">
              <a:buFont typeface="Wingdings" pitchFamily="2" charset="2"/>
              <a:buChar char="§"/>
              <a:defRPr sz="1800">
                <a:latin typeface="Source Sans Pro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800">
                <a:latin typeface="Source Sans Pro" pitchFamily="34" charset="0"/>
              </a:defRPr>
            </a:lvl3pPr>
            <a:lvl4pPr marL="1600200" indent="-228600">
              <a:buFont typeface="Wingdings" pitchFamily="2" charset="2"/>
              <a:buChar char="§"/>
              <a:defRPr sz="1800">
                <a:latin typeface="Source Sans Pro" pitchFamily="34" charset="0"/>
              </a:defRPr>
            </a:lvl4pPr>
            <a:lvl5pPr marL="2057400" indent="-228600">
              <a:buFont typeface="Wingdings" pitchFamily="2" charset="2"/>
              <a:buChar char="§"/>
              <a:defRPr sz="1800">
                <a:latin typeface="Source Sans Pro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57200" y="332655"/>
            <a:ext cx="8229600" cy="822583"/>
          </a:xfrm>
        </p:spPr>
        <p:txBody>
          <a:bodyPr>
            <a:normAutofit/>
          </a:bodyPr>
          <a:lstStyle>
            <a:lvl1pPr algn="l">
              <a:defRPr sz="2000" b="1">
                <a:solidFill>
                  <a:srgbClr val="9F1C33"/>
                </a:solidFill>
                <a:latin typeface="Minion Pro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879ECFF-07DC-4C8F-BE01-F6EF0535E1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68313" y="6356350"/>
            <a:ext cx="476250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5F231D8A-BDED-4257-8355-A9EE613DF53B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E0FBFA7-9197-42EE-B705-C05D7B80A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028700" y="6356350"/>
            <a:ext cx="2895600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 dirty="0"/>
              <a:t>Week 1: Introduction to OOP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76151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7075C60-66D3-4ABE-8B2B-70F4685A3954}"/>
              </a:ext>
            </a:extLst>
          </p:cNvPr>
          <p:cNvCxnSpPr/>
          <p:nvPr userDrawn="1"/>
        </p:nvCxnSpPr>
        <p:spPr>
          <a:xfrm>
            <a:off x="395288" y="1125538"/>
            <a:ext cx="835342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C490C8-CAFA-4A04-B67E-3A4EBD1F45B3}"/>
              </a:ext>
            </a:extLst>
          </p:cNvPr>
          <p:cNvCxnSpPr/>
          <p:nvPr userDrawn="1"/>
        </p:nvCxnSpPr>
        <p:spPr>
          <a:xfrm>
            <a:off x="395288" y="6308725"/>
            <a:ext cx="6192837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7C68B43-F9F8-4B5C-B1D4-4B634BC5A145}"/>
              </a:ext>
            </a:extLst>
          </p:cNvPr>
          <p:cNvCxnSpPr/>
          <p:nvPr userDrawn="1"/>
        </p:nvCxnSpPr>
        <p:spPr>
          <a:xfrm>
            <a:off x="971550" y="6381750"/>
            <a:ext cx="0" cy="36036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>
            <a:extLst>
              <a:ext uri="{FF2B5EF4-FFF2-40B4-BE49-F238E27FC236}">
                <a16:creationId xmlns:a16="http://schemas.microsoft.com/office/drawing/2014/main" id="{C000E220-BE3F-44AD-ADCA-2D4DA7AC201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1625" y="5737225"/>
            <a:ext cx="223202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Font typeface="Wingdings" pitchFamily="2" charset="2"/>
              <a:buNone/>
              <a:defRPr sz="1800">
                <a:latin typeface="Source Sans Pro" pitchFamily="34" charset="0"/>
              </a:defRPr>
            </a:lvl1pPr>
            <a:lvl2pPr marL="457200" indent="0">
              <a:buFont typeface="Wingdings" pitchFamily="2" charset="2"/>
              <a:buNone/>
              <a:defRPr sz="1800">
                <a:latin typeface="Source Sans Pro" pitchFamily="34" charset="0"/>
              </a:defRPr>
            </a:lvl2pPr>
            <a:lvl3pPr marL="914400" indent="0">
              <a:buFont typeface="Wingdings" pitchFamily="2" charset="2"/>
              <a:buNone/>
              <a:defRPr sz="1800">
                <a:latin typeface="Source Sans Pro" pitchFamily="34" charset="0"/>
              </a:defRPr>
            </a:lvl3pPr>
            <a:lvl4pPr marL="1371600" indent="0">
              <a:buFont typeface="Wingdings" pitchFamily="2" charset="2"/>
              <a:buNone/>
              <a:defRPr sz="1800">
                <a:latin typeface="Source Sans Pro" pitchFamily="34" charset="0"/>
              </a:defRPr>
            </a:lvl4pPr>
            <a:lvl5pPr marL="1828800" indent="0">
              <a:buFont typeface="Wingdings" pitchFamily="2" charset="2"/>
              <a:buNone/>
              <a:defRPr sz="1800">
                <a:latin typeface="Source Sans Pro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57200" y="332655"/>
            <a:ext cx="8229600" cy="822583"/>
          </a:xfrm>
        </p:spPr>
        <p:txBody>
          <a:bodyPr>
            <a:normAutofit/>
          </a:bodyPr>
          <a:lstStyle>
            <a:lvl1pPr algn="l">
              <a:defRPr sz="2000" b="1">
                <a:solidFill>
                  <a:srgbClr val="9F1C33"/>
                </a:solidFill>
                <a:latin typeface="Minion Pro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FD7FFEA-AB82-4F1F-ADEF-871C9AF7F09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68313" y="6356350"/>
            <a:ext cx="476250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8F9892FB-2F38-4207-B99C-C78C548C545D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E0FBFA7-9197-42EE-B705-C05D7B80A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028700" y="6356350"/>
            <a:ext cx="2895600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 dirty="0"/>
              <a:t>Week 1: Introduction to OOP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05995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F160909-97C0-4C8D-B3D3-A8E6F7B4725D}"/>
              </a:ext>
            </a:extLst>
          </p:cNvPr>
          <p:cNvCxnSpPr/>
          <p:nvPr userDrawn="1"/>
        </p:nvCxnSpPr>
        <p:spPr>
          <a:xfrm>
            <a:off x="395288" y="1125538"/>
            <a:ext cx="835342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0292C86-4383-462A-9806-E7E8A5C6F1DF}"/>
              </a:ext>
            </a:extLst>
          </p:cNvPr>
          <p:cNvCxnSpPr/>
          <p:nvPr userDrawn="1"/>
        </p:nvCxnSpPr>
        <p:spPr>
          <a:xfrm>
            <a:off x="395288" y="6308725"/>
            <a:ext cx="6192837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F06D706-124F-412E-9FFA-FF63F043310B}"/>
              </a:ext>
            </a:extLst>
          </p:cNvPr>
          <p:cNvCxnSpPr/>
          <p:nvPr userDrawn="1"/>
        </p:nvCxnSpPr>
        <p:spPr>
          <a:xfrm>
            <a:off x="971550" y="6381750"/>
            <a:ext cx="0" cy="36036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>
            <a:extLst>
              <a:ext uri="{FF2B5EF4-FFF2-40B4-BE49-F238E27FC236}">
                <a16:creationId xmlns:a16="http://schemas.microsoft.com/office/drawing/2014/main" id="{8DA1AC37-2E61-4345-85DB-6A38960FCED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1625" y="5737225"/>
            <a:ext cx="223202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52936"/>
            <a:ext cx="8229600" cy="3273227"/>
          </a:xfrm>
        </p:spPr>
        <p:txBody>
          <a:bodyPr>
            <a:normAutofit/>
          </a:bodyPr>
          <a:lstStyle>
            <a:lvl1pPr marL="342900" indent="-342900">
              <a:buFont typeface="Wingdings" pitchFamily="2" charset="2"/>
              <a:buChar char="§"/>
              <a:defRPr sz="1800">
                <a:latin typeface="Source Sans Pro" pitchFamily="34" charset="0"/>
              </a:defRPr>
            </a:lvl1pPr>
            <a:lvl2pPr marL="742950" indent="-285750">
              <a:buFont typeface="Wingdings" pitchFamily="2" charset="2"/>
              <a:buChar char="§"/>
              <a:defRPr sz="1800">
                <a:latin typeface="Source Sans Pro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800">
                <a:latin typeface="Source Sans Pro" pitchFamily="34" charset="0"/>
              </a:defRPr>
            </a:lvl3pPr>
            <a:lvl4pPr marL="1600200" indent="-228600">
              <a:buFont typeface="Wingdings" pitchFamily="2" charset="2"/>
              <a:buChar char="§"/>
              <a:defRPr sz="1800">
                <a:latin typeface="Source Sans Pro" pitchFamily="34" charset="0"/>
              </a:defRPr>
            </a:lvl4pPr>
            <a:lvl5pPr marL="2057400" indent="-228600">
              <a:buFont typeface="Wingdings" pitchFamily="2" charset="2"/>
              <a:buChar char="§"/>
              <a:defRPr sz="1800">
                <a:latin typeface="Source Sans Pro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>
          <a:xfrm>
            <a:off x="468313" y="1484313"/>
            <a:ext cx="8207375" cy="1152525"/>
          </a:xfrm>
        </p:spPr>
        <p:txBody>
          <a:bodyPr>
            <a:noAutofit/>
          </a:bodyPr>
          <a:lstStyle>
            <a:lvl1pPr marL="0" indent="0" algn="just">
              <a:buNone/>
              <a:defRPr sz="1800">
                <a:latin typeface="Source Sans Pro" pitchFamily="34" charset="0"/>
              </a:defRPr>
            </a:lvl1pPr>
            <a:lvl2pPr marL="457200" indent="0" algn="just">
              <a:buNone/>
              <a:defRPr sz="1800"/>
            </a:lvl2pPr>
            <a:lvl3pPr marL="914400" indent="0" algn="just">
              <a:buNone/>
              <a:defRPr sz="1800"/>
            </a:lvl3pPr>
            <a:lvl4pPr marL="1371600" indent="0" algn="just">
              <a:buNone/>
              <a:defRPr sz="1800"/>
            </a:lvl4pPr>
            <a:lvl5pPr marL="1828800" indent="0" algn="just">
              <a:buNone/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57200" y="332655"/>
            <a:ext cx="8229600" cy="822583"/>
          </a:xfrm>
        </p:spPr>
        <p:txBody>
          <a:bodyPr>
            <a:normAutofit/>
          </a:bodyPr>
          <a:lstStyle>
            <a:lvl1pPr algn="l">
              <a:defRPr sz="2000" b="1">
                <a:solidFill>
                  <a:srgbClr val="9F1C33"/>
                </a:solidFill>
                <a:latin typeface="Minion Pro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595DFC4A-4D9E-45A2-A351-1D30E11E7C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68313" y="6356350"/>
            <a:ext cx="476250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A747F5C5-B744-4B64-B8B6-6B129D5D74C7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E0FBFA7-9197-42EE-B705-C05D7B80A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028700" y="6356350"/>
            <a:ext cx="2895600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 dirty="0"/>
              <a:t>Week 1: Introduction to OOP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16110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92618BE-E11F-4723-8FFE-C9D17FFAB0E8}"/>
              </a:ext>
            </a:extLst>
          </p:cNvPr>
          <p:cNvCxnSpPr/>
          <p:nvPr userDrawn="1"/>
        </p:nvCxnSpPr>
        <p:spPr>
          <a:xfrm>
            <a:off x="395288" y="6308725"/>
            <a:ext cx="6192837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33E0551-C72F-4147-B33A-68908F835AC3}"/>
              </a:ext>
            </a:extLst>
          </p:cNvPr>
          <p:cNvCxnSpPr/>
          <p:nvPr userDrawn="1"/>
        </p:nvCxnSpPr>
        <p:spPr>
          <a:xfrm>
            <a:off x="971550" y="6381750"/>
            <a:ext cx="0" cy="36036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EBAD1A-05E5-46C9-ABE3-D7ECA89E533C}"/>
              </a:ext>
            </a:extLst>
          </p:cNvPr>
          <p:cNvCxnSpPr/>
          <p:nvPr userDrawn="1"/>
        </p:nvCxnSpPr>
        <p:spPr>
          <a:xfrm>
            <a:off x="395288" y="1125538"/>
            <a:ext cx="835342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>
            <a:extLst>
              <a:ext uri="{FF2B5EF4-FFF2-40B4-BE49-F238E27FC236}">
                <a16:creationId xmlns:a16="http://schemas.microsoft.com/office/drawing/2014/main" id="{C3513D65-5F7F-44E9-B60B-F82851C525B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1625" y="5737225"/>
            <a:ext cx="223202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>
            <a:normAutofit/>
          </a:bodyPr>
          <a:lstStyle>
            <a:lvl1pPr>
              <a:defRPr sz="9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>
            <a:normAutofit/>
          </a:bodyPr>
          <a:lstStyle>
            <a:lvl1pPr>
              <a:defRPr sz="9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57200" y="332655"/>
            <a:ext cx="8229600" cy="822583"/>
          </a:xfrm>
        </p:spPr>
        <p:txBody>
          <a:bodyPr>
            <a:normAutofit/>
          </a:bodyPr>
          <a:lstStyle>
            <a:lvl1pPr algn="l">
              <a:defRPr sz="2000" b="1">
                <a:solidFill>
                  <a:srgbClr val="9F1C33"/>
                </a:solidFill>
                <a:latin typeface="Minion Pro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A6E6839-7EC8-41F5-A947-B3CBA2E524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68313" y="6356350"/>
            <a:ext cx="476250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F54DB547-77ED-46EB-B1D7-AA620CF2C1F9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E0FBFA7-9197-42EE-B705-C05D7B80A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028700" y="6356350"/>
            <a:ext cx="2895600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 dirty="0"/>
              <a:t>Week 1: Introduction to OOP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65077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1BB86C2-C9FB-4B4A-ACC8-36AA37C648F2}"/>
              </a:ext>
            </a:extLst>
          </p:cNvPr>
          <p:cNvCxnSpPr/>
          <p:nvPr userDrawn="1"/>
        </p:nvCxnSpPr>
        <p:spPr>
          <a:xfrm>
            <a:off x="395288" y="6308725"/>
            <a:ext cx="6192837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8E33119-D17B-4F55-A1C2-84DB5560ECB4}"/>
              </a:ext>
            </a:extLst>
          </p:cNvPr>
          <p:cNvCxnSpPr/>
          <p:nvPr userDrawn="1"/>
        </p:nvCxnSpPr>
        <p:spPr>
          <a:xfrm>
            <a:off x="971550" y="6381750"/>
            <a:ext cx="0" cy="36036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B6C9040-2A2A-4FFD-B7FB-45DC2F15E1CB}"/>
              </a:ext>
            </a:extLst>
          </p:cNvPr>
          <p:cNvCxnSpPr/>
          <p:nvPr userDrawn="1"/>
        </p:nvCxnSpPr>
        <p:spPr>
          <a:xfrm>
            <a:off x="395288" y="1125538"/>
            <a:ext cx="835342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>
            <a:extLst>
              <a:ext uri="{FF2B5EF4-FFF2-40B4-BE49-F238E27FC236}">
                <a16:creationId xmlns:a16="http://schemas.microsoft.com/office/drawing/2014/main" id="{6C3B7C54-8C76-4EFC-B8E5-45E5CCEC17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1625" y="5737225"/>
            <a:ext cx="223202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ctr">
            <a:normAutofit/>
          </a:bodyPr>
          <a:lstStyle>
            <a:lvl1pPr marL="0" indent="0">
              <a:buNone/>
              <a:defRPr sz="1800" b="1">
                <a:latin typeface="Source Sans Pro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>
            <a:normAutofit/>
          </a:bodyPr>
          <a:lstStyle>
            <a:lvl1pPr marL="342900" indent="-342900">
              <a:buFont typeface="Wingdings" pitchFamily="2" charset="2"/>
              <a:buChar char="§"/>
              <a:defRPr sz="1800">
                <a:latin typeface="Source Sans Pro" pitchFamily="34" charset="0"/>
              </a:defRPr>
            </a:lvl1pPr>
            <a:lvl2pPr marL="742950" indent="-285750">
              <a:buFont typeface="Wingdings" pitchFamily="2" charset="2"/>
              <a:buChar char="§"/>
              <a:defRPr sz="1800">
                <a:latin typeface="Source Sans Pro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800">
                <a:latin typeface="Source Sans Pro" pitchFamily="34" charset="0"/>
              </a:defRPr>
            </a:lvl3pPr>
            <a:lvl4pPr marL="1600200" indent="-228600">
              <a:buFont typeface="Wingdings" pitchFamily="2" charset="2"/>
              <a:buChar char="§"/>
              <a:defRPr sz="1800">
                <a:latin typeface="Source Sans Pro" pitchFamily="34" charset="0"/>
              </a:defRPr>
            </a:lvl4pPr>
            <a:lvl5pPr marL="2057400" indent="-228600">
              <a:buFont typeface="Wingdings" pitchFamily="2" charset="2"/>
              <a:buChar char="§"/>
              <a:defRPr sz="1800">
                <a:latin typeface="Source Sans Pro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ctr">
            <a:normAutofit/>
          </a:bodyPr>
          <a:lstStyle>
            <a:lvl1pPr marL="0" indent="0">
              <a:buNone/>
              <a:defRPr sz="1800" b="1">
                <a:latin typeface="Source Sans Pro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>
            <a:normAutofit/>
          </a:bodyPr>
          <a:lstStyle>
            <a:lvl1pPr marL="342900" indent="-342900">
              <a:buFont typeface="Wingdings" pitchFamily="2" charset="2"/>
              <a:buChar char="§"/>
              <a:defRPr sz="1800">
                <a:latin typeface="Source Sans Pro" pitchFamily="34" charset="0"/>
              </a:defRPr>
            </a:lvl1pPr>
            <a:lvl2pPr marL="742950" indent="-285750">
              <a:buFont typeface="Wingdings" pitchFamily="2" charset="2"/>
              <a:buChar char="§"/>
              <a:defRPr sz="1800">
                <a:latin typeface="Source Sans Pro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800">
                <a:latin typeface="Source Sans Pro" pitchFamily="34" charset="0"/>
              </a:defRPr>
            </a:lvl3pPr>
            <a:lvl4pPr marL="1600200" indent="-228600">
              <a:buFont typeface="Wingdings" pitchFamily="2" charset="2"/>
              <a:buChar char="§"/>
              <a:defRPr sz="1800">
                <a:latin typeface="Source Sans Pro" pitchFamily="34" charset="0"/>
              </a:defRPr>
            </a:lvl4pPr>
            <a:lvl5pPr marL="2057400" indent="-228600">
              <a:buFont typeface="Wingdings" pitchFamily="2" charset="2"/>
              <a:buChar char="§"/>
              <a:defRPr sz="1800">
                <a:latin typeface="Source Sans Pro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457200" y="332655"/>
            <a:ext cx="8229600" cy="822583"/>
          </a:xfrm>
        </p:spPr>
        <p:txBody>
          <a:bodyPr>
            <a:normAutofit/>
          </a:bodyPr>
          <a:lstStyle>
            <a:lvl1pPr algn="l">
              <a:defRPr sz="2000" b="1">
                <a:solidFill>
                  <a:srgbClr val="9F1C33"/>
                </a:solidFill>
                <a:latin typeface="Minion Pro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3F776D7-3FB1-4FE9-A6A1-AD50798FC1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68313" y="6356350"/>
            <a:ext cx="476250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70BCFA95-BAA5-4D10-B282-304C3243E939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E0FBFA7-9197-42EE-B705-C05D7B80A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028700" y="6356350"/>
            <a:ext cx="2895600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 dirty="0"/>
              <a:t>Week 1: Introduction to OOP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94278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B1891F7-FBED-4C35-9140-E4EFBE7B7944}"/>
              </a:ext>
            </a:extLst>
          </p:cNvPr>
          <p:cNvCxnSpPr/>
          <p:nvPr userDrawn="1"/>
        </p:nvCxnSpPr>
        <p:spPr>
          <a:xfrm>
            <a:off x="395288" y="6308725"/>
            <a:ext cx="6192837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0BCC454-B36C-4F4E-ABD4-DFC566393D43}"/>
              </a:ext>
            </a:extLst>
          </p:cNvPr>
          <p:cNvCxnSpPr/>
          <p:nvPr userDrawn="1"/>
        </p:nvCxnSpPr>
        <p:spPr>
          <a:xfrm>
            <a:off x="971550" y="6381750"/>
            <a:ext cx="0" cy="36036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1D2FCCB-EF50-4555-AABC-798E4D928F3A}"/>
              </a:ext>
            </a:extLst>
          </p:cNvPr>
          <p:cNvCxnSpPr/>
          <p:nvPr userDrawn="1"/>
        </p:nvCxnSpPr>
        <p:spPr>
          <a:xfrm>
            <a:off x="395288" y="1125538"/>
            <a:ext cx="835342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>
            <a:extLst>
              <a:ext uri="{FF2B5EF4-FFF2-40B4-BE49-F238E27FC236}">
                <a16:creationId xmlns:a16="http://schemas.microsoft.com/office/drawing/2014/main" id="{D6CBEF7D-B2BE-4926-BB36-688C0E90072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1625" y="5737225"/>
            <a:ext cx="223202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556792"/>
            <a:ext cx="4040188" cy="4569371"/>
          </a:xfrm>
        </p:spPr>
        <p:txBody>
          <a:bodyPr>
            <a:normAutofit/>
          </a:bodyPr>
          <a:lstStyle>
            <a:lvl1pPr marL="0" indent="0">
              <a:buFont typeface="Wingdings" pitchFamily="2" charset="2"/>
              <a:buNone/>
              <a:defRPr sz="1600">
                <a:latin typeface="Source Sans Pro" pitchFamily="34" charset="0"/>
              </a:defRPr>
            </a:lvl1pPr>
            <a:lvl2pPr marL="457200" indent="0">
              <a:buFont typeface="Wingdings" pitchFamily="2" charset="2"/>
              <a:buNone/>
              <a:defRPr sz="1600">
                <a:latin typeface="Source Sans Pro" pitchFamily="34" charset="0"/>
              </a:defRPr>
            </a:lvl2pPr>
            <a:lvl3pPr marL="914400" indent="0">
              <a:buFont typeface="Wingdings" pitchFamily="2" charset="2"/>
              <a:buNone/>
              <a:defRPr sz="1600">
                <a:latin typeface="Source Sans Pro" pitchFamily="34" charset="0"/>
              </a:defRPr>
            </a:lvl3pPr>
            <a:lvl4pPr marL="1371600" indent="0">
              <a:buFont typeface="Wingdings" pitchFamily="2" charset="2"/>
              <a:buNone/>
              <a:defRPr sz="1600">
                <a:latin typeface="Source Sans Pro" pitchFamily="34" charset="0"/>
              </a:defRPr>
            </a:lvl4pPr>
            <a:lvl5pPr marL="1828800" indent="0">
              <a:buFont typeface="Wingdings" pitchFamily="2" charset="2"/>
              <a:buNone/>
              <a:defRPr sz="1600">
                <a:latin typeface="Source Sans Pro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556792"/>
            <a:ext cx="4041775" cy="4569371"/>
          </a:xfrm>
        </p:spPr>
        <p:txBody>
          <a:bodyPr>
            <a:normAutofit/>
          </a:bodyPr>
          <a:lstStyle>
            <a:lvl1pPr marL="0" indent="0">
              <a:buFont typeface="Wingdings" pitchFamily="2" charset="2"/>
              <a:buNone/>
              <a:defRPr sz="1600">
                <a:latin typeface="Source Sans Pro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Source Sans Pro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Source Sans Pro" pitchFamily="34" charset="0"/>
              </a:defRPr>
            </a:lvl3pPr>
            <a:lvl4pPr marL="1600200" indent="-228600">
              <a:buFont typeface="Wingdings" pitchFamily="2" charset="2"/>
              <a:buChar char="§"/>
              <a:defRPr sz="1600">
                <a:latin typeface="Source Sans Pro" pitchFamily="34" charset="0"/>
              </a:defRPr>
            </a:lvl4pPr>
            <a:lvl5pPr marL="2057400" indent="-228600">
              <a:buFont typeface="Wingdings" pitchFamily="2" charset="2"/>
              <a:buChar char="§"/>
              <a:defRPr sz="1600">
                <a:latin typeface="Source Sans Pro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57200" y="332655"/>
            <a:ext cx="8229600" cy="822583"/>
          </a:xfrm>
        </p:spPr>
        <p:txBody>
          <a:bodyPr>
            <a:normAutofit/>
          </a:bodyPr>
          <a:lstStyle>
            <a:lvl1pPr algn="l">
              <a:defRPr sz="2000" b="1">
                <a:solidFill>
                  <a:srgbClr val="9F1C33"/>
                </a:solidFill>
                <a:latin typeface="Minion Pro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54EF99A2-E715-4946-AB47-829F319FEB9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68313" y="6356350"/>
            <a:ext cx="476250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3196FF7F-BA1D-46FB-9D61-A72770F1560F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5E0FBFA7-9197-42EE-B705-C05D7B80A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028700" y="6356350"/>
            <a:ext cx="2895600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 dirty="0"/>
              <a:t>Week 1: Introduction to OOP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14834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4C2AFBF-34D8-4450-AA49-906D93D75C5F}"/>
              </a:ext>
            </a:extLst>
          </p:cNvPr>
          <p:cNvCxnSpPr/>
          <p:nvPr userDrawn="1"/>
        </p:nvCxnSpPr>
        <p:spPr>
          <a:xfrm>
            <a:off x="395288" y="6308725"/>
            <a:ext cx="6192837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19F75CD-AB56-4E45-B2DC-99265FD71B3D}"/>
              </a:ext>
            </a:extLst>
          </p:cNvPr>
          <p:cNvCxnSpPr/>
          <p:nvPr userDrawn="1"/>
        </p:nvCxnSpPr>
        <p:spPr>
          <a:xfrm>
            <a:off x="971550" y="6381750"/>
            <a:ext cx="0" cy="36036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E7568BB-4A13-4CB6-8BA8-F0BFA761D1F8}"/>
              </a:ext>
            </a:extLst>
          </p:cNvPr>
          <p:cNvCxnSpPr/>
          <p:nvPr userDrawn="1"/>
        </p:nvCxnSpPr>
        <p:spPr>
          <a:xfrm>
            <a:off x="395288" y="1125538"/>
            <a:ext cx="835342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>
            <a:extLst>
              <a:ext uri="{FF2B5EF4-FFF2-40B4-BE49-F238E27FC236}">
                <a16:creationId xmlns:a16="http://schemas.microsoft.com/office/drawing/2014/main" id="{52B10232-B4EB-45C1-A72F-0EAF3D88096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1625" y="5737225"/>
            <a:ext cx="223202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/>
          </p:nvPr>
        </p:nvSpPr>
        <p:spPr>
          <a:xfrm>
            <a:off x="467544" y="1412776"/>
            <a:ext cx="8208912" cy="4824536"/>
          </a:xfrm>
        </p:spPr>
        <p:txBody>
          <a:bodyPr rtlCol="0">
            <a:normAutofit/>
          </a:bodyPr>
          <a:lstStyle>
            <a:lvl1pPr marL="0" indent="0">
              <a:buNone/>
              <a:defRPr sz="9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457200" y="332655"/>
            <a:ext cx="8229600" cy="822583"/>
          </a:xfrm>
        </p:spPr>
        <p:txBody>
          <a:bodyPr>
            <a:normAutofit/>
          </a:bodyPr>
          <a:lstStyle>
            <a:lvl1pPr algn="l">
              <a:defRPr sz="2000" b="1">
                <a:solidFill>
                  <a:srgbClr val="9F1C33"/>
                </a:solidFill>
                <a:latin typeface="Minion Pro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6552A5D-3728-4D06-8E83-8D27D46028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68313" y="6356350"/>
            <a:ext cx="476250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46DB7786-E386-45DC-9F33-115264CC4C3C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E0FBFA7-9197-42EE-B705-C05D7B80A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028700" y="6356350"/>
            <a:ext cx="2895600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 dirty="0"/>
              <a:t>Week 1: Introduction to OOP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65376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C4D6B3B-68FA-45B9-8960-19531286E04E}"/>
              </a:ext>
            </a:extLst>
          </p:cNvPr>
          <p:cNvCxnSpPr/>
          <p:nvPr userDrawn="1"/>
        </p:nvCxnSpPr>
        <p:spPr>
          <a:xfrm>
            <a:off x="395288" y="6308725"/>
            <a:ext cx="6192837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F2710B3-4F4F-4BAB-9934-29DE208A0CB0}"/>
              </a:ext>
            </a:extLst>
          </p:cNvPr>
          <p:cNvCxnSpPr/>
          <p:nvPr userDrawn="1"/>
        </p:nvCxnSpPr>
        <p:spPr>
          <a:xfrm>
            <a:off x="971550" y="6381750"/>
            <a:ext cx="0" cy="36036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2BD1736-E591-4944-B340-9354F3879348}"/>
              </a:ext>
            </a:extLst>
          </p:cNvPr>
          <p:cNvCxnSpPr/>
          <p:nvPr userDrawn="1"/>
        </p:nvCxnSpPr>
        <p:spPr>
          <a:xfrm>
            <a:off x="395288" y="1125538"/>
            <a:ext cx="835342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>
            <a:extLst>
              <a:ext uri="{FF2B5EF4-FFF2-40B4-BE49-F238E27FC236}">
                <a16:creationId xmlns:a16="http://schemas.microsoft.com/office/drawing/2014/main" id="{9BFEEED1-4FFD-4C55-BDB7-FF65CF046A1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1625" y="5737225"/>
            <a:ext cx="223202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39552" y="1268760"/>
            <a:ext cx="8147248" cy="3744416"/>
          </a:xfrm>
        </p:spPr>
        <p:txBody>
          <a:bodyPr rtlCol="0">
            <a:normAutofit/>
          </a:bodyPr>
          <a:lstStyle>
            <a:lvl1pPr marL="0" indent="0">
              <a:buNone/>
              <a:defRPr sz="9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8376" y="5085184"/>
            <a:ext cx="8147248" cy="804862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Source Sans Pro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57200" y="332655"/>
            <a:ext cx="8229600" cy="822583"/>
          </a:xfrm>
        </p:spPr>
        <p:txBody>
          <a:bodyPr>
            <a:normAutofit/>
          </a:bodyPr>
          <a:lstStyle>
            <a:lvl1pPr algn="l">
              <a:defRPr sz="2000" b="1">
                <a:solidFill>
                  <a:srgbClr val="9F1C33"/>
                </a:solidFill>
                <a:latin typeface="Minion Pro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5F97C4B-22D7-4E36-BDBC-98912DAB0E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68313" y="6356350"/>
            <a:ext cx="476250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A1CCB263-EAEC-4F41-8F62-CFABEE8C05BC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E0FBFA7-9197-42EE-B705-C05D7B80A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028700" y="6356350"/>
            <a:ext cx="2895600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 dirty="0"/>
              <a:t>Week 1: Introduction to OOP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977756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075" y="1052513"/>
            <a:ext cx="4535488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1988764" y="4221087"/>
            <a:ext cx="5166472" cy="576823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 i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>
              <a:buNone/>
              <a:defRPr/>
            </a:lvl4pPr>
            <a:lvl5pPr marL="1828800" indent="0">
              <a:buNone/>
              <a:defRPr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05641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88" b="8002"/>
          <a:stretch>
            <a:fillRect/>
          </a:stretch>
        </p:blipFill>
        <p:spPr bwMode="auto">
          <a:xfrm>
            <a:off x="-90488" y="0"/>
            <a:ext cx="9234488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Straight Connector 3"/>
          <p:cNvCxnSpPr/>
          <p:nvPr userDrawn="1"/>
        </p:nvCxnSpPr>
        <p:spPr>
          <a:xfrm>
            <a:off x="395288" y="1125538"/>
            <a:ext cx="835342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332655"/>
            <a:ext cx="8229600" cy="822583"/>
          </a:xfrm>
        </p:spPr>
        <p:txBody>
          <a:bodyPr>
            <a:normAutofit/>
          </a:bodyPr>
          <a:lstStyle>
            <a:lvl1pPr algn="l">
              <a:defRPr sz="2000" b="1">
                <a:solidFill>
                  <a:schemeClr val="bg1"/>
                </a:solidFill>
                <a:latin typeface="Minion Pro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383757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395288" y="1125538"/>
            <a:ext cx="835342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 userDrawn="1"/>
        </p:nvCxnSpPr>
        <p:spPr>
          <a:xfrm>
            <a:off x="395288" y="6308725"/>
            <a:ext cx="6192837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>
            <a:off x="971550" y="6381750"/>
            <a:ext cx="0" cy="36036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1625" y="5737225"/>
            <a:ext cx="223202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>
            <a:lvl1pPr algn="l">
              <a:defRPr sz="2000" b="1">
                <a:solidFill>
                  <a:srgbClr val="9F1C33"/>
                </a:solidFill>
                <a:latin typeface="Minion Pro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21" name="Content Placeholder 20"/>
          <p:cNvSpPr>
            <a:spLocks noGrp="1"/>
          </p:cNvSpPr>
          <p:nvPr>
            <p:ph sz="quarter" idx="14"/>
          </p:nvPr>
        </p:nvSpPr>
        <p:spPr>
          <a:xfrm>
            <a:off x="539750" y="1484313"/>
            <a:ext cx="8064500" cy="4032250"/>
          </a:xfrm>
        </p:spPr>
        <p:txBody>
          <a:bodyPr>
            <a:normAutofit/>
          </a:bodyPr>
          <a:lstStyle>
            <a:lvl1pPr>
              <a:defRPr sz="1600">
                <a:latin typeface="Source Sans Pro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>
          <a:xfrm>
            <a:off x="1028700" y="6356350"/>
            <a:ext cx="2895600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>
          <a:xfrm>
            <a:off x="468313" y="6356350"/>
            <a:ext cx="476250" cy="365125"/>
          </a:xfrm>
        </p:spPr>
        <p:txBody>
          <a:bodyPr/>
          <a:lstStyle>
            <a:lvl1pPr algn="l">
              <a:defRPr smtClean="0"/>
            </a:lvl1pPr>
          </a:lstStyle>
          <a:p>
            <a:pPr>
              <a:defRPr/>
            </a:pPr>
            <a:fld id="{13BC55F0-DB69-41F3-A1CD-FE0A6F4BD734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82991151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395288" y="1125538"/>
            <a:ext cx="835342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 userDrawn="1"/>
        </p:nvCxnSpPr>
        <p:spPr>
          <a:xfrm>
            <a:off x="395288" y="6308725"/>
            <a:ext cx="6192837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>
            <a:off x="971550" y="6381750"/>
            <a:ext cx="0" cy="36036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1625" y="5737225"/>
            <a:ext cx="223202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342900" indent="-342900">
              <a:buFont typeface="Wingdings" pitchFamily="2" charset="2"/>
              <a:buChar char="§"/>
              <a:defRPr sz="1800">
                <a:latin typeface="Source Sans Pro" pitchFamily="34" charset="0"/>
              </a:defRPr>
            </a:lvl1pPr>
            <a:lvl2pPr marL="742950" indent="-285750">
              <a:buFont typeface="Wingdings" pitchFamily="2" charset="2"/>
              <a:buChar char="§"/>
              <a:defRPr sz="1800">
                <a:latin typeface="Source Sans Pro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800">
                <a:latin typeface="Source Sans Pro" pitchFamily="34" charset="0"/>
              </a:defRPr>
            </a:lvl3pPr>
            <a:lvl4pPr marL="1600200" indent="-228600">
              <a:buFont typeface="Wingdings" pitchFamily="2" charset="2"/>
              <a:buChar char="§"/>
              <a:defRPr sz="1800">
                <a:latin typeface="Source Sans Pro" pitchFamily="34" charset="0"/>
              </a:defRPr>
            </a:lvl4pPr>
            <a:lvl5pPr marL="2057400" indent="-228600">
              <a:buFont typeface="Wingdings" pitchFamily="2" charset="2"/>
              <a:buChar char="§"/>
              <a:defRPr sz="1800">
                <a:latin typeface="Source Sans Pro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57200" y="332655"/>
            <a:ext cx="8229600" cy="822583"/>
          </a:xfrm>
        </p:spPr>
        <p:txBody>
          <a:bodyPr>
            <a:normAutofit/>
          </a:bodyPr>
          <a:lstStyle>
            <a:lvl1pPr algn="l">
              <a:defRPr sz="2000" b="1">
                <a:solidFill>
                  <a:srgbClr val="9F1C33"/>
                </a:solidFill>
                <a:latin typeface="Minion Pro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1028700" y="6356350"/>
            <a:ext cx="2895600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468313" y="6356350"/>
            <a:ext cx="476250" cy="365125"/>
          </a:xfrm>
        </p:spPr>
        <p:txBody>
          <a:bodyPr/>
          <a:lstStyle>
            <a:lvl1pPr algn="l">
              <a:defRPr smtClean="0"/>
            </a:lvl1pPr>
          </a:lstStyle>
          <a:p>
            <a:pPr>
              <a:defRPr/>
            </a:pPr>
            <a:fld id="{92F83141-D13D-4F1F-8670-C92ECE0F14CF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71810650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395288" y="1125538"/>
            <a:ext cx="835342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 userDrawn="1"/>
        </p:nvCxnSpPr>
        <p:spPr>
          <a:xfrm>
            <a:off x="395288" y="6308725"/>
            <a:ext cx="6192837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>
            <a:off x="971550" y="6381750"/>
            <a:ext cx="0" cy="36036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1625" y="5737225"/>
            <a:ext cx="223202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Font typeface="Wingdings" pitchFamily="2" charset="2"/>
              <a:buNone/>
              <a:defRPr sz="1800">
                <a:latin typeface="Source Sans Pro" pitchFamily="34" charset="0"/>
              </a:defRPr>
            </a:lvl1pPr>
            <a:lvl2pPr marL="457200" indent="0">
              <a:buFont typeface="Wingdings" pitchFamily="2" charset="2"/>
              <a:buNone/>
              <a:defRPr sz="1800">
                <a:latin typeface="Source Sans Pro" pitchFamily="34" charset="0"/>
              </a:defRPr>
            </a:lvl2pPr>
            <a:lvl3pPr marL="914400" indent="0">
              <a:buFont typeface="Wingdings" pitchFamily="2" charset="2"/>
              <a:buNone/>
              <a:defRPr sz="1800">
                <a:latin typeface="Source Sans Pro" pitchFamily="34" charset="0"/>
              </a:defRPr>
            </a:lvl3pPr>
            <a:lvl4pPr marL="1371600" indent="0">
              <a:buFont typeface="Wingdings" pitchFamily="2" charset="2"/>
              <a:buNone/>
              <a:defRPr sz="1800">
                <a:latin typeface="Source Sans Pro" pitchFamily="34" charset="0"/>
              </a:defRPr>
            </a:lvl4pPr>
            <a:lvl5pPr marL="1828800" indent="0">
              <a:buFont typeface="Wingdings" pitchFamily="2" charset="2"/>
              <a:buNone/>
              <a:defRPr sz="1800">
                <a:latin typeface="Source Sans Pro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57200" y="332655"/>
            <a:ext cx="8229600" cy="822583"/>
          </a:xfrm>
        </p:spPr>
        <p:txBody>
          <a:bodyPr>
            <a:normAutofit/>
          </a:bodyPr>
          <a:lstStyle>
            <a:lvl1pPr algn="l">
              <a:defRPr sz="2000" b="1">
                <a:solidFill>
                  <a:srgbClr val="9F1C33"/>
                </a:solidFill>
                <a:latin typeface="Minion Pro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1028700" y="6356350"/>
            <a:ext cx="2895600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468313" y="6356350"/>
            <a:ext cx="476250" cy="365125"/>
          </a:xfrm>
        </p:spPr>
        <p:txBody>
          <a:bodyPr/>
          <a:lstStyle>
            <a:lvl1pPr algn="l">
              <a:defRPr smtClean="0"/>
            </a:lvl1pPr>
          </a:lstStyle>
          <a:p>
            <a:pPr>
              <a:defRPr/>
            </a:pPr>
            <a:fld id="{033548CF-7CFA-4C3B-9466-1D1D13665F78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426565564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>
            <a:off x="395288" y="1125538"/>
            <a:ext cx="835342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>
            <a:off x="395288" y="6308725"/>
            <a:ext cx="6192837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971550" y="6381750"/>
            <a:ext cx="0" cy="36036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1625" y="5737225"/>
            <a:ext cx="223202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52936"/>
            <a:ext cx="8229600" cy="3273227"/>
          </a:xfrm>
        </p:spPr>
        <p:txBody>
          <a:bodyPr>
            <a:normAutofit/>
          </a:bodyPr>
          <a:lstStyle>
            <a:lvl1pPr marL="342900" indent="-342900">
              <a:buFont typeface="Wingdings" pitchFamily="2" charset="2"/>
              <a:buChar char="§"/>
              <a:defRPr sz="1800">
                <a:latin typeface="Source Sans Pro" pitchFamily="34" charset="0"/>
              </a:defRPr>
            </a:lvl1pPr>
            <a:lvl2pPr marL="742950" indent="-285750">
              <a:buFont typeface="Wingdings" pitchFamily="2" charset="2"/>
              <a:buChar char="§"/>
              <a:defRPr sz="1800">
                <a:latin typeface="Source Sans Pro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800">
                <a:latin typeface="Source Sans Pro" pitchFamily="34" charset="0"/>
              </a:defRPr>
            </a:lvl3pPr>
            <a:lvl4pPr marL="1600200" indent="-228600">
              <a:buFont typeface="Wingdings" pitchFamily="2" charset="2"/>
              <a:buChar char="§"/>
              <a:defRPr sz="1800">
                <a:latin typeface="Source Sans Pro" pitchFamily="34" charset="0"/>
              </a:defRPr>
            </a:lvl4pPr>
            <a:lvl5pPr marL="2057400" indent="-228600">
              <a:buFont typeface="Wingdings" pitchFamily="2" charset="2"/>
              <a:buChar char="§"/>
              <a:defRPr sz="1800">
                <a:latin typeface="Source Sans Pro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>
          <a:xfrm>
            <a:off x="468313" y="1484313"/>
            <a:ext cx="8207375" cy="1152525"/>
          </a:xfrm>
        </p:spPr>
        <p:txBody>
          <a:bodyPr>
            <a:noAutofit/>
          </a:bodyPr>
          <a:lstStyle>
            <a:lvl1pPr marL="0" indent="0" algn="just">
              <a:buNone/>
              <a:defRPr sz="1800">
                <a:latin typeface="Source Sans Pro" pitchFamily="34" charset="0"/>
              </a:defRPr>
            </a:lvl1pPr>
            <a:lvl2pPr marL="457200" indent="0" algn="just">
              <a:buNone/>
              <a:defRPr sz="1800"/>
            </a:lvl2pPr>
            <a:lvl3pPr marL="914400" indent="0" algn="just">
              <a:buNone/>
              <a:defRPr sz="1800"/>
            </a:lvl3pPr>
            <a:lvl4pPr marL="1371600" indent="0" algn="just">
              <a:buNone/>
              <a:defRPr sz="1800"/>
            </a:lvl4pPr>
            <a:lvl5pPr marL="1828800" indent="0" algn="just">
              <a:buNone/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57200" y="332655"/>
            <a:ext cx="8229600" cy="822583"/>
          </a:xfrm>
        </p:spPr>
        <p:txBody>
          <a:bodyPr>
            <a:normAutofit/>
          </a:bodyPr>
          <a:lstStyle>
            <a:lvl1pPr algn="l">
              <a:defRPr sz="2000" b="1">
                <a:solidFill>
                  <a:srgbClr val="9F1C33"/>
                </a:solidFill>
                <a:latin typeface="Minion Pro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5"/>
          </p:nvPr>
        </p:nvSpPr>
        <p:spPr>
          <a:xfrm>
            <a:off x="1028700" y="6356350"/>
            <a:ext cx="2895600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6"/>
          </p:nvPr>
        </p:nvSpPr>
        <p:spPr>
          <a:xfrm>
            <a:off x="468313" y="6356350"/>
            <a:ext cx="476250" cy="365125"/>
          </a:xfrm>
        </p:spPr>
        <p:txBody>
          <a:bodyPr/>
          <a:lstStyle>
            <a:lvl1pPr algn="l">
              <a:defRPr smtClean="0"/>
            </a:lvl1pPr>
          </a:lstStyle>
          <a:p>
            <a:pPr>
              <a:defRPr/>
            </a:pPr>
            <a:fld id="{75608642-AB7E-4BD8-A83B-FCC134EE6B8A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585204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>
            <a:off x="395288" y="6308725"/>
            <a:ext cx="6192837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>
            <a:off x="971550" y="6381750"/>
            <a:ext cx="0" cy="36036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 userDrawn="1"/>
        </p:nvCxnSpPr>
        <p:spPr>
          <a:xfrm>
            <a:off x="395288" y="1125538"/>
            <a:ext cx="835342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1625" y="5737225"/>
            <a:ext cx="223202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>
            <a:normAutofit/>
          </a:bodyPr>
          <a:lstStyle>
            <a:lvl1pPr>
              <a:defRPr sz="9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>
            <a:normAutofit/>
          </a:bodyPr>
          <a:lstStyle>
            <a:lvl1pPr>
              <a:defRPr sz="9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57200" y="332655"/>
            <a:ext cx="8229600" cy="822583"/>
          </a:xfrm>
        </p:spPr>
        <p:txBody>
          <a:bodyPr>
            <a:normAutofit/>
          </a:bodyPr>
          <a:lstStyle>
            <a:lvl1pPr algn="l">
              <a:defRPr sz="2000" b="1">
                <a:solidFill>
                  <a:srgbClr val="9F1C33"/>
                </a:solidFill>
                <a:latin typeface="Minion Pro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1028700" y="6356350"/>
            <a:ext cx="2895600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468313" y="6356350"/>
            <a:ext cx="476250" cy="365125"/>
          </a:xfrm>
        </p:spPr>
        <p:txBody>
          <a:bodyPr/>
          <a:lstStyle>
            <a:lvl1pPr algn="l">
              <a:defRPr smtClean="0"/>
            </a:lvl1pPr>
          </a:lstStyle>
          <a:p>
            <a:pPr>
              <a:defRPr/>
            </a:pPr>
            <a:fld id="{33468DA8-63C0-4EC9-8243-D35EE4D98743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342811949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>
            <a:off x="395288" y="6308725"/>
            <a:ext cx="6192837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971550" y="6381750"/>
            <a:ext cx="0" cy="36036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395288" y="1125538"/>
            <a:ext cx="835342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1625" y="5737225"/>
            <a:ext cx="223202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ctr">
            <a:normAutofit/>
          </a:bodyPr>
          <a:lstStyle>
            <a:lvl1pPr marL="0" indent="0">
              <a:buNone/>
              <a:defRPr sz="1800" b="1">
                <a:latin typeface="Source Sans Pro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>
            <a:normAutofit/>
          </a:bodyPr>
          <a:lstStyle>
            <a:lvl1pPr marL="342900" indent="-342900">
              <a:buFont typeface="Wingdings" pitchFamily="2" charset="2"/>
              <a:buChar char="§"/>
              <a:defRPr sz="1800">
                <a:latin typeface="Source Sans Pro" pitchFamily="34" charset="0"/>
              </a:defRPr>
            </a:lvl1pPr>
            <a:lvl2pPr marL="742950" indent="-285750">
              <a:buFont typeface="Wingdings" pitchFamily="2" charset="2"/>
              <a:buChar char="§"/>
              <a:defRPr sz="1800">
                <a:latin typeface="Source Sans Pro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800">
                <a:latin typeface="Source Sans Pro" pitchFamily="34" charset="0"/>
              </a:defRPr>
            </a:lvl3pPr>
            <a:lvl4pPr marL="1600200" indent="-228600">
              <a:buFont typeface="Wingdings" pitchFamily="2" charset="2"/>
              <a:buChar char="§"/>
              <a:defRPr sz="1800">
                <a:latin typeface="Source Sans Pro" pitchFamily="34" charset="0"/>
              </a:defRPr>
            </a:lvl4pPr>
            <a:lvl5pPr marL="2057400" indent="-228600">
              <a:buFont typeface="Wingdings" pitchFamily="2" charset="2"/>
              <a:buChar char="§"/>
              <a:defRPr sz="1800">
                <a:latin typeface="Source Sans Pro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ctr">
            <a:normAutofit/>
          </a:bodyPr>
          <a:lstStyle>
            <a:lvl1pPr marL="0" indent="0">
              <a:buNone/>
              <a:defRPr sz="1800" b="1">
                <a:latin typeface="Source Sans Pro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>
            <a:normAutofit/>
          </a:bodyPr>
          <a:lstStyle>
            <a:lvl1pPr marL="342900" indent="-342900">
              <a:buFont typeface="Wingdings" pitchFamily="2" charset="2"/>
              <a:buChar char="§"/>
              <a:defRPr sz="1800">
                <a:latin typeface="Source Sans Pro" pitchFamily="34" charset="0"/>
              </a:defRPr>
            </a:lvl1pPr>
            <a:lvl2pPr marL="742950" indent="-285750">
              <a:buFont typeface="Wingdings" pitchFamily="2" charset="2"/>
              <a:buChar char="§"/>
              <a:defRPr sz="1800">
                <a:latin typeface="Source Sans Pro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800">
                <a:latin typeface="Source Sans Pro" pitchFamily="34" charset="0"/>
              </a:defRPr>
            </a:lvl3pPr>
            <a:lvl4pPr marL="1600200" indent="-228600">
              <a:buFont typeface="Wingdings" pitchFamily="2" charset="2"/>
              <a:buChar char="§"/>
              <a:defRPr sz="1800">
                <a:latin typeface="Source Sans Pro" pitchFamily="34" charset="0"/>
              </a:defRPr>
            </a:lvl4pPr>
            <a:lvl5pPr marL="2057400" indent="-228600">
              <a:buFont typeface="Wingdings" pitchFamily="2" charset="2"/>
              <a:buChar char="§"/>
              <a:defRPr sz="1800">
                <a:latin typeface="Source Sans Pro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457200" y="332655"/>
            <a:ext cx="8229600" cy="822583"/>
          </a:xfrm>
        </p:spPr>
        <p:txBody>
          <a:bodyPr>
            <a:normAutofit/>
          </a:bodyPr>
          <a:lstStyle>
            <a:lvl1pPr algn="l">
              <a:defRPr sz="2000" b="1">
                <a:solidFill>
                  <a:srgbClr val="9F1C33"/>
                </a:solidFill>
                <a:latin typeface="Minion Pro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1028700" y="6356350"/>
            <a:ext cx="2895600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468313" y="6356350"/>
            <a:ext cx="476250" cy="365125"/>
          </a:xfrm>
        </p:spPr>
        <p:txBody>
          <a:bodyPr/>
          <a:lstStyle>
            <a:lvl1pPr algn="l">
              <a:defRPr smtClean="0"/>
            </a:lvl1pPr>
          </a:lstStyle>
          <a:p>
            <a:pPr>
              <a:defRPr/>
            </a:pPr>
            <a:fld id="{89960D94-3A2D-4D98-B8F9-1C10DB2CAB9E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344099602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>
            <a:off x="395288" y="6308725"/>
            <a:ext cx="6192837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 userDrawn="1"/>
        </p:nvCxnSpPr>
        <p:spPr>
          <a:xfrm>
            <a:off x="971550" y="6381750"/>
            <a:ext cx="0" cy="36036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395288" y="1125538"/>
            <a:ext cx="835342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1625" y="5737225"/>
            <a:ext cx="223202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556792"/>
            <a:ext cx="4040188" cy="4569371"/>
          </a:xfrm>
        </p:spPr>
        <p:txBody>
          <a:bodyPr>
            <a:normAutofit/>
          </a:bodyPr>
          <a:lstStyle>
            <a:lvl1pPr marL="0" indent="0">
              <a:buFont typeface="Wingdings" pitchFamily="2" charset="2"/>
              <a:buNone/>
              <a:defRPr sz="1600">
                <a:latin typeface="Source Sans Pro" pitchFamily="34" charset="0"/>
              </a:defRPr>
            </a:lvl1pPr>
            <a:lvl2pPr marL="457200" indent="0">
              <a:buFont typeface="Wingdings" pitchFamily="2" charset="2"/>
              <a:buNone/>
              <a:defRPr sz="1600">
                <a:latin typeface="Source Sans Pro" pitchFamily="34" charset="0"/>
              </a:defRPr>
            </a:lvl2pPr>
            <a:lvl3pPr marL="914400" indent="0">
              <a:buFont typeface="Wingdings" pitchFamily="2" charset="2"/>
              <a:buNone/>
              <a:defRPr sz="1600">
                <a:latin typeface="Source Sans Pro" pitchFamily="34" charset="0"/>
              </a:defRPr>
            </a:lvl3pPr>
            <a:lvl4pPr marL="1371600" indent="0">
              <a:buFont typeface="Wingdings" pitchFamily="2" charset="2"/>
              <a:buNone/>
              <a:defRPr sz="1600">
                <a:latin typeface="Source Sans Pro" pitchFamily="34" charset="0"/>
              </a:defRPr>
            </a:lvl4pPr>
            <a:lvl5pPr marL="1828800" indent="0">
              <a:buFont typeface="Wingdings" pitchFamily="2" charset="2"/>
              <a:buNone/>
              <a:defRPr sz="1600">
                <a:latin typeface="Source Sans Pro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556792"/>
            <a:ext cx="4041775" cy="4569371"/>
          </a:xfrm>
        </p:spPr>
        <p:txBody>
          <a:bodyPr>
            <a:normAutofit/>
          </a:bodyPr>
          <a:lstStyle>
            <a:lvl1pPr marL="0" indent="0">
              <a:buFont typeface="Wingdings" pitchFamily="2" charset="2"/>
              <a:buNone/>
              <a:defRPr sz="1600">
                <a:latin typeface="Source Sans Pro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Source Sans Pro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Source Sans Pro" pitchFamily="34" charset="0"/>
              </a:defRPr>
            </a:lvl3pPr>
            <a:lvl4pPr marL="1600200" indent="-228600">
              <a:buFont typeface="Wingdings" pitchFamily="2" charset="2"/>
              <a:buChar char="§"/>
              <a:defRPr sz="1600">
                <a:latin typeface="Source Sans Pro" pitchFamily="34" charset="0"/>
              </a:defRPr>
            </a:lvl4pPr>
            <a:lvl5pPr marL="2057400" indent="-228600">
              <a:buFont typeface="Wingdings" pitchFamily="2" charset="2"/>
              <a:buChar char="§"/>
              <a:defRPr sz="1600">
                <a:latin typeface="Source Sans Pro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57200" y="332655"/>
            <a:ext cx="8229600" cy="822583"/>
          </a:xfrm>
        </p:spPr>
        <p:txBody>
          <a:bodyPr>
            <a:normAutofit/>
          </a:bodyPr>
          <a:lstStyle>
            <a:lvl1pPr algn="l">
              <a:defRPr sz="2000" b="1">
                <a:solidFill>
                  <a:srgbClr val="9F1C33"/>
                </a:solidFill>
                <a:latin typeface="Minion Pro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1028700" y="6356350"/>
            <a:ext cx="2895600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468313" y="6356350"/>
            <a:ext cx="476250" cy="365125"/>
          </a:xfrm>
        </p:spPr>
        <p:txBody>
          <a:bodyPr/>
          <a:lstStyle>
            <a:lvl1pPr algn="l">
              <a:defRPr smtClean="0"/>
            </a:lvl1pPr>
          </a:lstStyle>
          <a:p>
            <a:pPr>
              <a:defRPr/>
            </a:pPr>
            <a:fld id="{09D319A9-A257-4C31-9B88-E42775B50AD4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1305726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395288" y="6308725"/>
            <a:ext cx="6192837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 userDrawn="1"/>
        </p:nvCxnSpPr>
        <p:spPr>
          <a:xfrm>
            <a:off x="971550" y="6381750"/>
            <a:ext cx="0" cy="36036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>
            <a:off x="395288" y="1125538"/>
            <a:ext cx="835342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1625" y="5737225"/>
            <a:ext cx="223202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/>
          </p:nvPr>
        </p:nvSpPr>
        <p:spPr>
          <a:xfrm>
            <a:off x="467544" y="1412776"/>
            <a:ext cx="8208912" cy="4824536"/>
          </a:xfrm>
        </p:spPr>
        <p:txBody>
          <a:bodyPr rtlCol="0">
            <a:normAutofit/>
          </a:bodyPr>
          <a:lstStyle>
            <a:lvl1pPr marL="0" indent="0">
              <a:buNone/>
              <a:defRPr sz="9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457200" y="332655"/>
            <a:ext cx="8229600" cy="822583"/>
          </a:xfrm>
        </p:spPr>
        <p:txBody>
          <a:bodyPr>
            <a:normAutofit/>
          </a:bodyPr>
          <a:lstStyle>
            <a:lvl1pPr algn="l">
              <a:defRPr sz="2000" b="1">
                <a:solidFill>
                  <a:srgbClr val="9F1C33"/>
                </a:solidFill>
                <a:latin typeface="Minion Pro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1028700" y="6356350"/>
            <a:ext cx="2895600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468313" y="6356350"/>
            <a:ext cx="476250" cy="365125"/>
          </a:xfrm>
        </p:spPr>
        <p:txBody>
          <a:bodyPr/>
          <a:lstStyle>
            <a:lvl1pPr algn="l">
              <a:defRPr smtClean="0"/>
            </a:lvl1pPr>
          </a:lstStyle>
          <a:p>
            <a:pPr>
              <a:defRPr/>
            </a:pPr>
            <a:fld id="{15780A96-AFCC-4C94-A9D8-8AC45A5E65A3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79492211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>
            <a:off x="395288" y="6308725"/>
            <a:ext cx="6192837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>
            <a:off x="971550" y="6381750"/>
            <a:ext cx="0" cy="36036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 userDrawn="1"/>
        </p:nvCxnSpPr>
        <p:spPr>
          <a:xfrm>
            <a:off x="395288" y="1125538"/>
            <a:ext cx="835342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1625" y="5737225"/>
            <a:ext cx="223202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39552" y="1268760"/>
            <a:ext cx="8147248" cy="3744416"/>
          </a:xfrm>
        </p:spPr>
        <p:txBody>
          <a:bodyPr rtlCol="0">
            <a:normAutofit/>
          </a:bodyPr>
          <a:lstStyle>
            <a:lvl1pPr marL="0" indent="0">
              <a:buNone/>
              <a:defRPr sz="9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8376" y="5085184"/>
            <a:ext cx="8147248" cy="804862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Source Sans Pro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57200" y="332655"/>
            <a:ext cx="8229600" cy="822583"/>
          </a:xfrm>
        </p:spPr>
        <p:txBody>
          <a:bodyPr>
            <a:normAutofit/>
          </a:bodyPr>
          <a:lstStyle>
            <a:lvl1pPr algn="l">
              <a:defRPr sz="2000" b="1">
                <a:solidFill>
                  <a:srgbClr val="9F1C33"/>
                </a:solidFill>
                <a:latin typeface="Minion Pro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1028700" y="6356350"/>
            <a:ext cx="2895600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468313" y="6356350"/>
            <a:ext cx="476250" cy="365125"/>
          </a:xfrm>
        </p:spPr>
        <p:txBody>
          <a:bodyPr/>
          <a:lstStyle>
            <a:lvl1pPr algn="l">
              <a:defRPr smtClean="0"/>
            </a:lvl1pPr>
          </a:lstStyle>
          <a:p>
            <a:pPr>
              <a:defRPr/>
            </a:pPr>
            <a:fld id="{BD6AE026-E957-458F-9A78-C8949235A8A4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84463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1B7C4EAD-8E78-49EC-BE5E-7660AEBE233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IN" alt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807C5C5-0FED-4BA7-B00E-BB74B986DEA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I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2A115-9943-4816-AE24-8945DC05DF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988" y="6356350"/>
            <a:ext cx="5113337" cy="3857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nion Pro" pitchFamily="18" charset="0"/>
                <a:cs typeface="+mn-cs"/>
              </a:defRPr>
            </a:lvl1pPr>
          </a:lstStyle>
          <a:p>
            <a:pPr>
              <a:defRPr/>
            </a:pPr>
            <a:r>
              <a:rPr lang="en-US"/>
              <a:t>Lecture No 4: Finding complexity by tree method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25809-3DD6-49CA-B272-92366234E6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2275" y="6356350"/>
            <a:ext cx="47783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404040"/>
                </a:solidFill>
                <a:latin typeface="Minion Pro" pitchFamily="18" charset="0"/>
              </a:defRPr>
            </a:lvl1pPr>
          </a:lstStyle>
          <a:p>
            <a:pPr>
              <a:defRPr/>
            </a:pPr>
            <a:fld id="{B18E911F-CE16-4D72-AD17-15131490326B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001293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>
            <a:extLst>
              <a:ext uri="{FF2B5EF4-FFF2-40B4-BE49-F238E27FC236}">
                <a16:creationId xmlns:a16="http://schemas.microsoft.com/office/drawing/2014/main" id="{4F0D0880-DD76-4D37-9E3A-E3A8B64FBD1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IN" altLang="en-US"/>
          </a:p>
        </p:txBody>
      </p:sp>
      <p:sp>
        <p:nvSpPr>
          <p:cNvPr id="2051" name="Text Placeholder 2">
            <a:extLst>
              <a:ext uri="{FF2B5EF4-FFF2-40B4-BE49-F238E27FC236}">
                <a16:creationId xmlns:a16="http://schemas.microsoft.com/office/drawing/2014/main" id="{D9EFB844-8F58-4636-90BC-BEC29B44111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I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6C0E3D-9E89-45FA-9D7B-6C5B2F8211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2275" y="6356350"/>
            <a:ext cx="47783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404040"/>
                </a:solidFill>
                <a:latin typeface="Minion Pro" pitchFamily="18" charset="0"/>
              </a:defRPr>
            </a:lvl1pPr>
          </a:lstStyle>
          <a:p>
            <a:pPr>
              <a:defRPr/>
            </a:pPr>
            <a:fld id="{E7E6F08C-98FC-437C-89A9-3C62C9FB97A8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E0FBFA7-9197-42EE-B705-C05D7B80A9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8700" y="6356350"/>
            <a:ext cx="289560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 dirty="0"/>
              <a:t>Week 1: Introduction to OOP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6439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IN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I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42988" y="6356350"/>
            <a:ext cx="5113337" cy="3857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nion Pro" pitchFamily="18" charset="0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2275" y="6356350"/>
            <a:ext cx="47783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>
                <a:solidFill>
                  <a:srgbClr val="404040"/>
                </a:solidFill>
                <a:latin typeface="Minion Pro" pitchFamily="18" charset="0"/>
              </a:defRPr>
            </a:lvl1pPr>
          </a:lstStyle>
          <a:p>
            <a:pPr>
              <a:defRPr/>
            </a:pPr>
            <a:fld id="{DA559F4B-F165-48B9-8065-8A57A06DB0F7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081397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questionanswers.com/c/c-switch-case.php" TargetMode="External"/><Relationship Id="rId2" Type="http://schemas.openxmlformats.org/officeDocument/2006/relationships/hyperlink" Target="http://www.equestionanswers.com/c/c-if-if-else-if-else-if.php" TargetMode="External"/><Relationship Id="rId1" Type="http://schemas.openxmlformats.org/officeDocument/2006/relationships/slideLayout" Target="../slideLayouts/slideLayout4.xml"/><Relationship Id="rId5" Type="http://schemas.openxmlformats.org/officeDocument/2006/relationships/hyperlink" Target="http://www.equestionanswers.com/c/function-prototype-declaration-definition.php" TargetMode="External"/><Relationship Id="rId4" Type="http://schemas.openxmlformats.org/officeDocument/2006/relationships/hyperlink" Target="http://www.equestionanswers.com/c/c-loop-statements.php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F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Content Placeholder 4">
            <a:extLst>
              <a:ext uri="{FF2B5EF4-FFF2-40B4-BE49-F238E27FC236}">
                <a16:creationId xmlns:a16="http://schemas.microsoft.com/office/drawing/2014/main" id="{137F16DD-0517-4F44-8024-16892A4807A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4800" y="2209800"/>
            <a:ext cx="8569325" cy="2362200"/>
          </a:xfrm>
        </p:spPr>
        <p:txBody>
          <a:bodyPr/>
          <a:lstStyle/>
          <a:p>
            <a:pPr eaLnBrk="1" hangingPunct="1"/>
            <a:r>
              <a:rPr lang="en-US" altLang="en-US" sz="3200" u="sng" dirty="0">
                <a:solidFill>
                  <a:schemeClr val="bg1"/>
                </a:solidFill>
              </a:rPr>
              <a:t>Subject Name: OOP</a:t>
            </a:r>
          </a:p>
          <a:p>
            <a:pPr eaLnBrk="1" hangingPunct="1"/>
            <a:r>
              <a:rPr lang="en-US" altLang="en-US" sz="3200" dirty="0">
                <a:solidFill>
                  <a:schemeClr val="bg1"/>
                </a:solidFill>
              </a:rPr>
              <a:t>Unit No:1</a:t>
            </a:r>
          </a:p>
          <a:p>
            <a:pPr eaLnBrk="1" hangingPunct="1"/>
            <a:r>
              <a:rPr lang="en-US" altLang="en-US" sz="3200" dirty="0">
                <a:solidFill>
                  <a:schemeClr val="bg1"/>
                </a:solidFill>
              </a:rPr>
              <a:t>Unit Name: </a:t>
            </a:r>
            <a:r>
              <a:rPr lang="en-GB" altLang="en-US" sz="3200" dirty="0">
                <a:solidFill>
                  <a:schemeClr val="bg1"/>
                </a:solidFill>
              </a:rPr>
              <a:t>Introduction to OOP</a:t>
            </a:r>
            <a:endParaRPr lang="en-US" altLang="en-US" sz="3200" u="sng" dirty="0">
              <a:solidFill>
                <a:schemeClr val="bg1"/>
              </a:solidFill>
            </a:endParaRPr>
          </a:p>
        </p:txBody>
      </p:sp>
      <p:pic>
        <p:nvPicPr>
          <p:cNvPr id="47108" name="Picture 4">
            <a:extLst>
              <a:ext uri="{FF2B5EF4-FFF2-40B4-BE49-F238E27FC236}">
                <a16:creationId xmlns:a16="http://schemas.microsoft.com/office/drawing/2014/main" id="{EE096DF5-F5A5-42AD-99DA-C164EF0EFAD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533400"/>
            <a:ext cx="3313112" cy="145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2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/>
          <a:lstStyle/>
          <a:p>
            <a:pPr eaLnBrk="1" hangingPunct="1"/>
            <a:r>
              <a:rPr lang="en-US" altLang="en-US"/>
              <a:t>Index </a:t>
            </a:r>
            <a:endParaRPr lang="en-IN" altLang="en-US"/>
          </a:p>
        </p:txBody>
      </p:sp>
      <p:sp>
        <p:nvSpPr>
          <p:cNvPr id="16387" name="Slide Number Placeholder 5"/>
          <p:cNvSpPr>
            <a:spLocks noGrp="1" noChangeArrowheads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84A4A47-FA86-45AC-8ECF-A278154D9E44}" type="slidenum">
              <a:rPr kumimoji="0" lang="en-I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Minion Pro" pitchFamily="18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altLang="en-US" sz="1400" b="0" i="0" u="none" strike="noStrike" kern="120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Minion Pro" pitchFamily="18" charset="0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8" name="Content Placeholder 3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02493327"/>
              </p:ext>
            </p:extLst>
          </p:nvPr>
        </p:nvGraphicFramePr>
        <p:xfrm>
          <a:off x="539750" y="1484313"/>
          <a:ext cx="7953375" cy="2020887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741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928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b="0" dirty="0">
                          <a:latin typeface="Minion Pro"/>
                        </a:rPr>
                        <a:t>Lecture 1 – </a:t>
                      </a:r>
                      <a:r>
                        <a:rPr lang="en-US" sz="1400" b="0" dirty="0">
                          <a:latin typeface="Minion Pro"/>
                        </a:rPr>
                        <a:t>Basic Concepts of Object-Oriented Programming</a:t>
                      </a:r>
                      <a:endParaRPr lang="en-IN" sz="1400" b="0" dirty="0">
                        <a:latin typeface="Minion Pro"/>
                      </a:endParaRPr>
                    </a:p>
                  </a:txBody>
                  <a:tcPr marL="91446" marR="91446" marT="45739" marB="45739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latin typeface="Minion Pro" pitchFamily="18" charset="0"/>
                        </a:rPr>
                        <a:t>7</a:t>
                      </a:r>
                      <a:endParaRPr lang="en-IN" sz="1400" b="0" dirty="0">
                        <a:latin typeface="Minion Pro" pitchFamily="18" charset="0"/>
                      </a:endParaRPr>
                    </a:p>
                  </a:txBody>
                  <a:tcPr marL="91446" marR="91446" marT="45739" marB="45739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b="0" dirty="0">
                          <a:latin typeface="Minion Pro"/>
                        </a:rPr>
                        <a:t>Lecture 2 – </a:t>
                      </a:r>
                      <a:r>
                        <a:rPr lang="en-US" sz="1400" b="0" dirty="0">
                          <a:latin typeface="Minion Pro"/>
                        </a:rPr>
                        <a:t>Need of OOP, Object Oriented Programming Paradigm</a:t>
                      </a:r>
                      <a:endParaRPr lang="en-IN" sz="1400" b="0" dirty="0">
                        <a:latin typeface="Minion Pro"/>
                      </a:endParaRPr>
                    </a:p>
                  </a:txBody>
                  <a:tcPr marL="91446" marR="91446" marT="45739" marB="45739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latin typeface="Minion Pro" pitchFamily="18" charset="0"/>
                        </a:rPr>
                        <a:t>21</a:t>
                      </a:r>
                      <a:endParaRPr lang="en-IN" sz="1400" b="0" dirty="0">
                        <a:latin typeface="Minion Pro" pitchFamily="18" charset="0"/>
                      </a:endParaRPr>
                    </a:p>
                  </a:txBody>
                  <a:tcPr marL="91446" marR="91446" marT="45739" marB="45739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b="0" dirty="0">
                          <a:latin typeface="Minion Pro"/>
                        </a:rPr>
                        <a:t>Lecture 3 – </a:t>
                      </a:r>
                      <a:r>
                        <a:rPr lang="en-US" sz="1400" b="0" dirty="0">
                          <a:latin typeface="Minion Pro"/>
                        </a:rPr>
                        <a:t>Benefits of OOP, Introduction to OOP languages : C++ and Java</a:t>
                      </a:r>
                      <a:endParaRPr lang="en-IN" sz="1400" b="0" dirty="0">
                        <a:latin typeface="Minion Pro"/>
                      </a:endParaRPr>
                    </a:p>
                  </a:txBody>
                  <a:tcPr marL="91446" marR="91446" marT="45739" marB="45739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>
                          <a:latin typeface="Minion Pro" pitchFamily="18" charset="0"/>
                        </a:rPr>
                        <a:t>34</a:t>
                      </a:r>
                      <a:endParaRPr lang="en-IN" sz="1400" b="0" dirty="0">
                        <a:latin typeface="Minion Pro" pitchFamily="18" charset="0"/>
                      </a:endParaRPr>
                    </a:p>
                  </a:txBody>
                  <a:tcPr marL="91446" marR="91446" marT="45739" marB="45739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0433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DF7AB29-2F54-4B94-A92F-2DF6C4805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Course Schema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A727FA-5468-4662-BC02-6B97C7A65BA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4D01ED78-61EE-4E4B-A79F-71C29E4DF720}" type="slidenum">
              <a:rPr lang="en-IN" altLang="en-US" smtClean="0"/>
              <a:pPr>
                <a:defRPr/>
              </a:pPr>
              <a:t>3</a:t>
            </a:fld>
            <a:endParaRPr lang="en-I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457200" y="1219200"/>
            <a:ext cx="7848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>
                <a:solidFill>
                  <a:srgbClr val="920000"/>
                </a:solidFill>
                <a:latin typeface="Source Sans Pro"/>
              </a:rPr>
              <a:t>Teaching Scheme &amp;Evaluation Scheme:</a:t>
            </a:r>
            <a:endParaRPr lang="en-US" sz="2000" b="1" u="sng" dirty="0">
              <a:solidFill>
                <a:srgbClr val="920000"/>
              </a:solidFill>
              <a:latin typeface="Source Sans Pro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4679540"/>
              </p:ext>
            </p:extLst>
          </p:nvPr>
        </p:nvGraphicFramePr>
        <p:xfrm>
          <a:off x="493714" y="1807669"/>
          <a:ext cx="8116885" cy="383113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0481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7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00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8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4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9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4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94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52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0001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352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0001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5737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5737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428831">
                <a:tc rowSpan="2">
                  <a:txBody>
                    <a:bodyPr/>
                    <a:lstStyle/>
                    <a:p>
                      <a:pPr marL="6350" marR="3302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</a:rPr>
                        <a:t>Course Code </a:t>
                      </a:r>
                      <a:endParaRPr lang="en-IN" sz="12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 rowSpan="2">
                  <a:txBody>
                    <a:bodyPr/>
                    <a:lstStyle/>
                    <a:p>
                      <a:pPr marL="50165" marR="3302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</a:rPr>
                        <a:t> </a:t>
                      </a:r>
                    </a:p>
                    <a:p>
                      <a:pPr marL="12065" marR="3302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</a:rPr>
                        <a:t>Course Name </a:t>
                      </a:r>
                      <a:endParaRPr lang="en-IN" sz="12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 gridSpan="7">
                  <a:txBody>
                    <a:bodyPr/>
                    <a:lstStyle/>
                    <a:p>
                      <a:pPr marL="6350" marR="3302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</a:rPr>
                        <a:t>Teaching Scheme (Contact Hours) </a:t>
                      </a:r>
                      <a:endParaRPr lang="en-IN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6350" marR="150495" indent="-6350"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</a:rPr>
                        <a:t>Credits Assigned </a:t>
                      </a:r>
                      <a:endParaRPr lang="en-IN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" marR="33020" indent="-635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b="1">
                          <a:effectLst/>
                        </a:rPr>
                        <a:t> </a:t>
                      </a:r>
                      <a:endParaRPr lang="en-IN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84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143510" marR="33020" indent="-635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</a:rPr>
                        <a:t>Theory </a:t>
                      </a:r>
                      <a:endParaRPr lang="en-IN" sz="12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120650" marR="33020" indent="-635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</a:rPr>
                        <a:t>Practical </a:t>
                      </a:r>
                      <a:endParaRPr lang="en-IN" sz="12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6350" marR="1905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IN" sz="12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 gridSpan="2">
                  <a:txBody>
                    <a:bodyPr/>
                    <a:lstStyle/>
                    <a:p>
                      <a:pPr marL="6350" marR="1905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</a:rPr>
                        <a:t>Tutorial </a:t>
                      </a:r>
                      <a:endParaRPr lang="en-IN" sz="12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13335" marR="3302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</a:rPr>
                        <a:t>Theory </a:t>
                      </a:r>
                      <a:endParaRPr lang="en-IN" sz="12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065" marR="3302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</a:rPr>
                        <a:t>Tutorial </a:t>
                      </a:r>
                      <a:endParaRPr lang="en-IN" sz="12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>
                  <a:txBody>
                    <a:bodyPr/>
                    <a:lstStyle/>
                    <a:p>
                      <a:pPr marL="22225" marR="3302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</a:rPr>
                        <a:t>PR / ORAL </a:t>
                      </a:r>
                      <a:endParaRPr lang="en-IN" sz="12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L="126365" marR="33020" indent="-635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</a:rPr>
                        <a:t>Total </a:t>
                      </a:r>
                      <a:endParaRPr lang="en-IN" sz="12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298">
                <a:tc>
                  <a:txBody>
                    <a:bodyPr/>
                    <a:lstStyle/>
                    <a:p>
                      <a:pPr marL="48895" marR="33020" indent="-635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231CEUCC32</a:t>
                      </a:r>
                    </a:p>
                  </a:txBody>
                  <a:tcPr marL="0" marR="0" marT="9525" marB="0" anchor="ctr"/>
                </a:tc>
                <a:tc>
                  <a:txBody>
                    <a:bodyPr/>
                    <a:lstStyle/>
                    <a:p>
                      <a:pPr marL="42545" marR="33020" indent="-635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Object Oriented Programming</a:t>
                      </a:r>
                      <a:endParaRPr lang="en-IN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 gridSpan="2">
                  <a:txBody>
                    <a:bodyPr/>
                    <a:lstStyle/>
                    <a:p>
                      <a:pPr marL="12700" marR="3302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en-IN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--  </a:t>
                      </a:r>
                      <a:endParaRPr lang="en-IN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6350" marR="3175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IN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 gridSpan="2">
                  <a:txBody>
                    <a:bodyPr/>
                    <a:lstStyle/>
                    <a:p>
                      <a:pPr marL="6350" marR="3175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-- </a:t>
                      </a:r>
                      <a:endParaRPr lang="en-IN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12065" marR="3302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03 </a:t>
                      </a:r>
                      <a:endParaRPr lang="en-IN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1430" marR="3302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-- </a:t>
                      </a:r>
                      <a:endParaRPr lang="en-IN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>
                  <a:txBody>
                    <a:bodyPr/>
                    <a:lstStyle/>
                    <a:p>
                      <a:pPr marL="13970" marR="3302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--</a:t>
                      </a:r>
                      <a:endParaRPr lang="en-IN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>
                  <a:txBody>
                    <a:bodyPr/>
                    <a:lstStyle/>
                    <a:p>
                      <a:pPr marL="13335" marR="3302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en-IN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3754">
                <a:tc rowSpan="4">
                  <a:txBody>
                    <a:bodyPr/>
                    <a:lstStyle/>
                    <a:p>
                      <a:pPr marL="6350" marR="3302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</a:rPr>
                        <a:t>Course Code </a:t>
                      </a:r>
                      <a:endParaRPr lang="en-IN" sz="12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 rowSpan="4">
                  <a:txBody>
                    <a:bodyPr/>
                    <a:lstStyle/>
                    <a:p>
                      <a:pPr marL="12065" marR="3302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</a:rPr>
                        <a:t>Course Name </a:t>
                      </a:r>
                      <a:endParaRPr lang="en-IN" sz="12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 gridSpan="11">
                  <a:txBody>
                    <a:bodyPr/>
                    <a:lstStyle/>
                    <a:p>
                      <a:pPr marL="600075" marR="3302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</a:rPr>
                        <a:t>Examination Scheme </a:t>
                      </a:r>
                      <a:endParaRPr lang="en-IN" sz="12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" marR="33020" indent="-635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b="1">
                          <a:effectLst/>
                        </a:rPr>
                        <a:t> </a:t>
                      </a:r>
                      <a:endParaRPr lang="en-IN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60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marL="11430" marR="3302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</a:rPr>
                        <a:t>Theory </a:t>
                      </a:r>
                      <a:endParaRPr lang="en-IN" sz="12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48895" marR="3302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</a:rPr>
                        <a:t> </a:t>
                      </a:r>
                    </a:p>
                    <a:p>
                      <a:pPr marL="143510" marR="33020" indent="-635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</a:rPr>
                        <a:t>TW </a:t>
                      </a:r>
                      <a:endParaRPr lang="en-IN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 rowSpan="3">
                  <a:txBody>
                    <a:bodyPr/>
                    <a:lstStyle/>
                    <a:p>
                      <a:pPr marL="52070" marR="3302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</a:rPr>
                        <a:t> </a:t>
                      </a:r>
                    </a:p>
                    <a:p>
                      <a:pPr marL="12700" marR="3302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</a:rPr>
                        <a:t>PR </a:t>
                      </a:r>
                      <a:endParaRPr lang="en-IN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 rowSpan="3">
                  <a:txBody>
                    <a:bodyPr/>
                    <a:lstStyle/>
                    <a:p>
                      <a:pPr marL="51435" marR="3302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</a:rPr>
                        <a:t> </a:t>
                      </a:r>
                    </a:p>
                    <a:p>
                      <a:pPr marL="126365" marR="33020" indent="-635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</a:rPr>
                        <a:t>Total </a:t>
                      </a:r>
                      <a:endParaRPr lang="en-IN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375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13335" marR="3302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</a:rPr>
                        <a:t>Internal Assessment </a:t>
                      </a:r>
                      <a:endParaRPr lang="en-IN" sz="12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marL="125095" marR="3302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</a:rPr>
                        <a:t>End </a:t>
                      </a:r>
                    </a:p>
                    <a:p>
                      <a:pPr marL="120650" marR="3302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</a:rPr>
                        <a:t>Sem </a:t>
                      </a:r>
                    </a:p>
                    <a:p>
                      <a:pPr marL="69850" marR="3302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</a:rPr>
                        <a:t>  Exam </a:t>
                      </a:r>
                      <a:endParaRPr lang="en-IN" sz="12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 rowSpan="2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129540" marR="33020" indent="-635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</a:rPr>
                        <a:t>Exam. </a:t>
                      </a:r>
                    </a:p>
                    <a:p>
                      <a:pPr marL="42545" marR="33020" indent="-6350" algn="just">
                        <a:lnSpc>
                          <a:spcPct val="107000"/>
                        </a:lnSpc>
                        <a:spcAft>
                          <a:spcPts val="35"/>
                        </a:spcAft>
                      </a:pPr>
                      <a:r>
                        <a:rPr lang="en-IN" sz="1200" b="1">
                          <a:effectLst/>
                        </a:rPr>
                        <a:t>Duration </a:t>
                      </a:r>
                    </a:p>
                    <a:p>
                      <a:pPr marL="83820" marR="33020" indent="-635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</a:rPr>
                        <a:t>(in Hrs) </a:t>
                      </a:r>
                      <a:endParaRPr lang="en-IN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7375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1440" marR="33020" indent="-635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</a:rPr>
                        <a:t>Test1 </a:t>
                      </a:r>
                      <a:endParaRPr lang="en-IN" sz="12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 gridSpan="2">
                  <a:txBody>
                    <a:bodyPr/>
                    <a:lstStyle/>
                    <a:p>
                      <a:pPr marL="82550" marR="33020" indent="-635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</a:rPr>
                        <a:t>Test2 </a:t>
                      </a:r>
                      <a:endParaRPr lang="en-IN" sz="12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4450" marR="33020" indent="-635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</a:rPr>
                        <a:t>Avg.</a:t>
                      </a:r>
                      <a:endParaRPr lang="en-IN" sz="12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 gridSpan="2">
                  <a:txBody>
                    <a:bodyPr/>
                    <a:lstStyle/>
                    <a:p>
                      <a:pPr marL="6350" marR="33020" indent="-635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</a:rPr>
                        <a:t>  Mid</a:t>
                      </a:r>
                    </a:p>
                    <a:p>
                      <a:pPr marL="6350" marR="3302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</a:rPr>
                        <a:t>Sem</a:t>
                      </a:r>
                    </a:p>
                    <a:p>
                      <a:pPr marL="6350" marR="33020" indent="-635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</a:rPr>
                        <a:t> Exam</a:t>
                      </a:r>
                      <a:endParaRPr lang="en-IN" sz="12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55298">
                <a:tc>
                  <a:txBody>
                    <a:bodyPr/>
                    <a:lstStyle/>
                    <a:p>
                      <a:pPr marL="48895" marR="33020" indent="-635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231CEUCC32</a:t>
                      </a:r>
                      <a:endParaRPr lang="en-IN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>
                  <a:txBody>
                    <a:bodyPr/>
                    <a:lstStyle/>
                    <a:p>
                      <a:pPr marL="42545" marR="33020" indent="-635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Object Oriented Programming</a:t>
                      </a:r>
                      <a:endParaRPr lang="en-IN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>
                  <a:txBody>
                    <a:bodyPr/>
                    <a:lstStyle/>
                    <a:p>
                      <a:pPr marL="13970" marR="3302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  <a:endParaRPr lang="en-IN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 gridSpan="2">
                  <a:txBody>
                    <a:bodyPr/>
                    <a:lstStyle/>
                    <a:p>
                      <a:pPr marL="13970" marR="3302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20 </a:t>
                      </a:r>
                      <a:endParaRPr lang="en-IN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1750" marR="3302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20 </a:t>
                      </a:r>
                      <a:endParaRPr lang="en-IN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 gridSpan="2">
                  <a:txBody>
                    <a:bodyPr/>
                    <a:lstStyle/>
                    <a:p>
                      <a:pPr marL="30480" marR="3302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20 </a:t>
                      </a:r>
                      <a:endParaRPr lang="en-IN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13970" marR="3302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60 </a:t>
                      </a:r>
                      <a:endParaRPr lang="en-IN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795" marR="3302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02 </a:t>
                      </a:r>
                      <a:endParaRPr lang="en-IN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>
                  <a:txBody>
                    <a:bodyPr/>
                    <a:lstStyle/>
                    <a:p>
                      <a:pPr marL="10795" marR="3302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-- </a:t>
                      </a:r>
                      <a:endParaRPr lang="en-IN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>
                  <a:txBody>
                    <a:bodyPr/>
                    <a:lstStyle/>
                    <a:p>
                      <a:pPr marL="13970" marR="3302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-- </a:t>
                      </a:r>
                      <a:endParaRPr lang="en-IN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>
                  <a:txBody>
                    <a:bodyPr/>
                    <a:lstStyle/>
                    <a:p>
                      <a:pPr marL="13335" marR="3302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100 </a:t>
                      </a:r>
                      <a:endParaRPr lang="en-IN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1219200" y="168809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3870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DF7AB29-2F54-4B94-A92F-2DF6C4805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Course Schema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A727FA-5468-4662-BC02-6B97C7A65BA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4D01ED78-61EE-4E4B-A79F-71C29E4DF720}" type="slidenum">
              <a:rPr lang="en-IN" altLang="en-US" smtClean="0"/>
              <a:pPr>
                <a:defRPr/>
              </a:pPr>
              <a:t>4</a:t>
            </a:fld>
            <a:endParaRPr lang="en-I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457200" y="1219200"/>
            <a:ext cx="7848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>
                <a:solidFill>
                  <a:srgbClr val="920000"/>
                </a:solidFill>
                <a:latin typeface="Source Sans Pro"/>
              </a:rPr>
              <a:t>Teaching Scheme &amp;Evaluation Scheme:</a:t>
            </a:r>
            <a:endParaRPr lang="en-US" sz="2000" b="1" u="sng" dirty="0">
              <a:solidFill>
                <a:srgbClr val="920000"/>
              </a:solidFill>
              <a:latin typeface="Source Sans Pro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8091084"/>
              </p:ext>
            </p:extLst>
          </p:nvPr>
        </p:nvGraphicFramePr>
        <p:xfrm>
          <a:off x="493714" y="1807669"/>
          <a:ext cx="8116885" cy="383113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0481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7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00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8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4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9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4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94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52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0001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352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0001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5737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5737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428831">
                <a:tc rowSpan="2">
                  <a:txBody>
                    <a:bodyPr/>
                    <a:lstStyle/>
                    <a:p>
                      <a:pPr marL="6350" marR="3302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</a:rPr>
                        <a:t>Course Code </a:t>
                      </a:r>
                      <a:endParaRPr lang="en-IN" sz="12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 rowSpan="2">
                  <a:txBody>
                    <a:bodyPr/>
                    <a:lstStyle/>
                    <a:p>
                      <a:pPr marL="50165" marR="3302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</a:rPr>
                        <a:t> </a:t>
                      </a:r>
                    </a:p>
                    <a:p>
                      <a:pPr marL="12065" marR="3302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</a:rPr>
                        <a:t>Course Name </a:t>
                      </a:r>
                      <a:endParaRPr lang="en-IN" sz="12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 gridSpan="7">
                  <a:txBody>
                    <a:bodyPr/>
                    <a:lstStyle/>
                    <a:p>
                      <a:pPr marL="6350" marR="3302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</a:rPr>
                        <a:t>Teaching Scheme (Contact Hours) </a:t>
                      </a:r>
                      <a:endParaRPr lang="en-IN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6350" marR="150495" indent="-6350"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</a:rPr>
                        <a:t>Credits Assigned </a:t>
                      </a:r>
                      <a:endParaRPr lang="en-IN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" marR="33020" indent="-635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b="1">
                          <a:effectLst/>
                        </a:rPr>
                        <a:t> </a:t>
                      </a:r>
                      <a:endParaRPr lang="en-IN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84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143510" marR="33020" indent="-635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</a:rPr>
                        <a:t>Theory </a:t>
                      </a:r>
                      <a:endParaRPr lang="en-IN" sz="12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120650" marR="33020" indent="-635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</a:rPr>
                        <a:t>Practical </a:t>
                      </a:r>
                      <a:endParaRPr lang="en-IN" sz="12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6350" marR="1905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IN" sz="12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 gridSpan="2">
                  <a:txBody>
                    <a:bodyPr/>
                    <a:lstStyle/>
                    <a:p>
                      <a:pPr marL="6350" marR="1905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</a:rPr>
                        <a:t>Tutorial </a:t>
                      </a:r>
                      <a:endParaRPr lang="en-IN" sz="12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13335" marR="3302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</a:rPr>
                        <a:t>Theory </a:t>
                      </a:r>
                      <a:endParaRPr lang="en-IN" sz="12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065" marR="3302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</a:rPr>
                        <a:t>Tutorial </a:t>
                      </a:r>
                      <a:endParaRPr lang="en-IN" sz="12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>
                  <a:txBody>
                    <a:bodyPr/>
                    <a:lstStyle/>
                    <a:p>
                      <a:pPr marL="22225" marR="3302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</a:rPr>
                        <a:t>PR / ORAL </a:t>
                      </a:r>
                      <a:endParaRPr lang="en-IN" sz="12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L="126365" marR="33020" indent="-635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</a:rPr>
                        <a:t>Total </a:t>
                      </a:r>
                      <a:endParaRPr lang="en-IN" sz="12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298">
                <a:tc>
                  <a:txBody>
                    <a:bodyPr/>
                    <a:lstStyle/>
                    <a:p>
                      <a:pPr marL="48895" marR="33020" indent="-635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231CEUCL32</a:t>
                      </a:r>
                      <a:endParaRPr lang="en-IN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>
                  <a:txBody>
                    <a:bodyPr/>
                    <a:lstStyle/>
                    <a:p>
                      <a:pPr marL="42545" marR="33020" indent="-635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Object Oriented Programming Lab</a:t>
                      </a:r>
                      <a:endParaRPr lang="en-IN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 gridSpan="2">
                  <a:txBody>
                    <a:bodyPr/>
                    <a:lstStyle/>
                    <a:p>
                      <a:pPr marL="12700" marR="3302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--</a:t>
                      </a:r>
                      <a:endParaRPr lang="en-IN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02  </a:t>
                      </a:r>
                      <a:endParaRPr lang="en-IN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6350" marR="3175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IN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 gridSpan="2">
                  <a:txBody>
                    <a:bodyPr/>
                    <a:lstStyle/>
                    <a:p>
                      <a:pPr marL="6350" marR="3175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-- </a:t>
                      </a:r>
                      <a:endParaRPr lang="en-IN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12065" marR="3302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-- </a:t>
                      </a:r>
                      <a:endParaRPr lang="en-IN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1430" marR="3302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-- </a:t>
                      </a:r>
                      <a:endParaRPr lang="en-IN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>
                  <a:txBody>
                    <a:bodyPr/>
                    <a:lstStyle/>
                    <a:p>
                      <a:pPr marL="13970" marR="3302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01</a:t>
                      </a:r>
                      <a:endParaRPr lang="en-IN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>
                  <a:txBody>
                    <a:bodyPr/>
                    <a:lstStyle/>
                    <a:p>
                      <a:pPr marL="13335" marR="3302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01</a:t>
                      </a:r>
                      <a:endParaRPr lang="en-IN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3754">
                <a:tc rowSpan="4">
                  <a:txBody>
                    <a:bodyPr/>
                    <a:lstStyle/>
                    <a:p>
                      <a:pPr marL="6350" marR="3302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</a:rPr>
                        <a:t>Course Code </a:t>
                      </a:r>
                      <a:endParaRPr lang="en-IN" sz="12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 rowSpan="4">
                  <a:txBody>
                    <a:bodyPr/>
                    <a:lstStyle/>
                    <a:p>
                      <a:pPr marL="12065" marR="3302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</a:rPr>
                        <a:t>Course Name </a:t>
                      </a:r>
                      <a:endParaRPr lang="en-IN" sz="12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 gridSpan="11">
                  <a:txBody>
                    <a:bodyPr/>
                    <a:lstStyle/>
                    <a:p>
                      <a:pPr marL="600075" marR="3302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</a:rPr>
                        <a:t>Examination Scheme </a:t>
                      </a:r>
                      <a:endParaRPr lang="en-IN" sz="12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" marR="33020" indent="-635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b="1">
                          <a:effectLst/>
                        </a:rPr>
                        <a:t> </a:t>
                      </a:r>
                      <a:endParaRPr lang="en-IN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60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marL="11430" marR="3302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</a:rPr>
                        <a:t>Theory </a:t>
                      </a:r>
                      <a:endParaRPr lang="en-IN" sz="12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48895" marR="3302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</a:rPr>
                        <a:t> </a:t>
                      </a:r>
                    </a:p>
                    <a:p>
                      <a:pPr marL="143510" marR="33020" indent="-635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</a:rPr>
                        <a:t>TW </a:t>
                      </a:r>
                      <a:endParaRPr lang="en-IN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 rowSpan="3">
                  <a:txBody>
                    <a:bodyPr/>
                    <a:lstStyle/>
                    <a:p>
                      <a:pPr marL="52070" marR="3302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</a:rPr>
                        <a:t> </a:t>
                      </a:r>
                    </a:p>
                    <a:p>
                      <a:pPr marL="12700" marR="3302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</a:rPr>
                        <a:t>PR </a:t>
                      </a:r>
                      <a:endParaRPr lang="en-IN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 rowSpan="3">
                  <a:txBody>
                    <a:bodyPr/>
                    <a:lstStyle/>
                    <a:p>
                      <a:pPr marL="51435" marR="3302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</a:rPr>
                        <a:t> </a:t>
                      </a:r>
                    </a:p>
                    <a:p>
                      <a:pPr marL="126365" marR="33020" indent="-635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</a:rPr>
                        <a:t>Total </a:t>
                      </a:r>
                      <a:endParaRPr lang="en-IN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375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13335" marR="3302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</a:rPr>
                        <a:t>Internal Assessment </a:t>
                      </a:r>
                      <a:endParaRPr lang="en-IN" sz="12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marL="125095" marR="33020" indent="-635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</a:rPr>
                        <a:t>End </a:t>
                      </a:r>
                    </a:p>
                    <a:p>
                      <a:pPr marL="120650" marR="33020" indent="-635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</a:rPr>
                        <a:t>Sem </a:t>
                      </a:r>
                    </a:p>
                    <a:p>
                      <a:pPr marL="69850" marR="33020" indent="-635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</a:rPr>
                        <a:t>Exam </a:t>
                      </a:r>
                      <a:endParaRPr lang="en-IN" sz="12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 rowSpan="2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129540" marR="33020" indent="-635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</a:rPr>
                        <a:t>Exam. </a:t>
                      </a:r>
                    </a:p>
                    <a:p>
                      <a:pPr marL="42545" marR="33020" indent="-6350" algn="just">
                        <a:lnSpc>
                          <a:spcPct val="107000"/>
                        </a:lnSpc>
                        <a:spcAft>
                          <a:spcPts val="35"/>
                        </a:spcAft>
                      </a:pPr>
                      <a:r>
                        <a:rPr lang="en-IN" sz="1200" b="1">
                          <a:effectLst/>
                        </a:rPr>
                        <a:t>Duration </a:t>
                      </a:r>
                    </a:p>
                    <a:p>
                      <a:pPr marL="83820" marR="33020" indent="-635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>
                          <a:effectLst/>
                        </a:rPr>
                        <a:t>(in Hrs) </a:t>
                      </a:r>
                      <a:endParaRPr lang="en-IN" sz="12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7375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1440" marR="33020" indent="-635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</a:rPr>
                        <a:t>Test1 </a:t>
                      </a:r>
                      <a:endParaRPr lang="en-IN" sz="12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 gridSpan="2">
                  <a:txBody>
                    <a:bodyPr/>
                    <a:lstStyle/>
                    <a:p>
                      <a:pPr marL="82550" marR="33020" indent="-635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</a:rPr>
                        <a:t>Test2 </a:t>
                      </a:r>
                      <a:endParaRPr lang="en-IN" sz="12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4450" marR="33020" indent="-635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</a:rPr>
                        <a:t>Avg.</a:t>
                      </a:r>
                      <a:endParaRPr lang="en-IN" sz="12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 gridSpan="2">
                  <a:txBody>
                    <a:bodyPr/>
                    <a:lstStyle/>
                    <a:p>
                      <a:pPr marL="6350" marR="33020" indent="-635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</a:rPr>
                        <a:t>  Mid</a:t>
                      </a:r>
                    </a:p>
                    <a:p>
                      <a:pPr marL="6350" marR="3302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</a:rPr>
                        <a:t>Sem</a:t>
                      </a:r>
                    </a:p>
                    <a:p>
                      <a:pPr marL="6350" marR="33020" indent="-635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</a:rPr>
                        <a:t> Exam</a:t>
                      </a:r>
                      <a:endParaRPr lang="en-IN" sz="12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55298">
                <a:tc>
                  <a:txBody>
                    <a:bodyPr/>
                    <a:lstStyle/>
                    <a:p>
                      <a:pPr marL="48895" marR="33020" indent="-635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231CEUCL32</a:t>
                      </a:r>
                      <a:endParaRPr lang="en-IN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>
                  <a:txBody>
                    <a:bodyPr/>
                    <a:lstStyle/>
                    <a:p>
                      <a:pPr marL="42545" marR="33020" indent="-635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Object Oriented Programming Lab</a:t>
                      </a:r>
                      <a:endParaRPr lang="en-IN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>
                  <a:txBody>
                    <a:bodyPr/>
                    <a:lstStyle/>
                    <a:p>
                      <a:pPr marL="13970" marR="3302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-- </a:t>
                      </a:r>
                      <a:endParaRPr lang="en-IN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 gridSpan="2">
                  <a:txBody>
                    <a:bodyPr/>
                    <a:lstStyle/>
                    <a:p>
                      <a:pPr marL="13970" marR="3302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-- </a:t>
                      </a:r>
                      <a:endParaRPr lang="en-IN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1750" marR="3302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-- </a:t>
                      </a:r>
                      <a:endParaRPr lang="en-IN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 gridSpan="2">
                  <a:txBody>
                    <a:bodyPr/>
                    <a:lstStyle/>
                    <a:p>
                      <a:pPr marL="30480" marR="3302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-- </a:t>
                      </a:r>
                      <a:endParaRPr lang="en-IN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13970" marR="3302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-- </a:t>
                      </a:r>
                      <a:endParaRPr lang="en-IN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795" marR="3302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-- </a:t>
                      </a:r>
                      <a:endParaRPr lang="en-IN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>
                  <a:txBody>
                    <a:bodyPr/>
                    <a:lstStyle/>
                    <a:p>
                      <a:pPr marL="10795" marR="3302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25 </a:t>
                      </a:r>
                      <a:endParaRPr lang="en-IN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>
                  <a:txBody>
                    <a:bodyPr/>
                    <a:lstStyle/>
                    <a:p>
                      <a:pPr marL="13970" marR="3302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25 </a:t>
                      </a:r>
                      <a:endParaRPr lang="en-IN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tc>
                  <a:txBody>
                    <a:bodyPr/>
                    <a:lstStyle/>
                    <a:p>
                      <a:pPr marL="13335" marR="33020" indent="-635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50 </a:t>
                      </a:r>
                      <a:endParaRPr lang="en-IN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1219200" y="168809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7983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Title 3">
            <a:extLst>
              <a:ext uri="{FF2B5EF4-FFF2-40B4-BE49-F238E27FC236}">
                <a16:creationId xmlns:a16="http://schemas.microsoft.com/office/drawing/2014/main" id="{91808C77-2170-450E-89F5-06F438F18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2800" dirty="0"/>
              <a:t> Course Objectives </a:t>
            </a:r>
          </a:p>
        </p:txBody>
      </p:sp>
      <p:sp>
        <p:nvSpPr>
          <p:cNvPr id="25602" name="Content Placeholder 1">
            <a:extLst>
              <a:ext uri="{FF2B5EF4-FFF2-40B4-BE49-F238E27FC236}">
                <a16:creationId xmlns:a16="http://schemas.microsoft.com/office/drawing/2014/main" id="{0A12AE5C-CEFF-4EC8-B33E-F771F093429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0" y="1301750"/>
            <a:ext cx="8077200" cy="403225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GB" sz="2000" dirty="0"/>
              <a:t>1.  To understand the object-oriented programming basics and its features. </a:t>
            </a:r>
          </a:p>
          <a:p>
            <a:pPr>
              <a:buNone/>
            </a:pPr>
            <a:r>
              <a:rPr lang="en-GB" sz="2000" dirty="0"/>
              <a:t>2.  Able to use a programming language to resolve problems. </a:t>
            </a:r>
          </a:p>
          <a:p>
            <a:pPr>
              <a:buNone/>
            </a:pPr>
            <a:r>
              <a:rPr lang="en-GB" sz="2000" dirty="0"/>
              <a:t>3.  To understand and apply Object Oriented Programming (OOP) principles using Java. </a:t>
            </a:r>
          </a:p>
          <a:p>
            <a:pPr>
              <a:buNone/>
            </a:pPr>
            <a:r>
              <a:rPr lang="en-GB" sz="2000" dirty="0"/>
              <a:t>4.  To study various java programming concept like multithreading, exception handling, packages etc.</a:t>
            </a:r>
          </a:p>
          <a:p>
            <a:pPr>
              <a:buNone/>
            </a:pPr>
            <a:r>
              <a:rPr lang="en-GB" sz="2000" dirty="0"/>
              <a:t>5. To explain components of GUI based programming. </a:t>
            </a:r>
          </a:p>
          <a:p>
            <a:pPr>
              <a:buNone/>
            </a:pPr>
            <a:r>
              <a:rPr lang="en-GB" sz="2000" dirty="0"/>
              <a:t> </a:t>
            </a:r>
          </a:p>
          <a:p>
            <a:pPr>
              <a:defRPr/>
            </a:pPr>
            <a:endParaRPr lang="en-US" altLang="en-US" sz="2000" dirty="0">
              <a:solidFill>
                <a:srgbClr val="000000"/>
              </a:solidFill>
            </a:endParaRPr>
          </a:p>
        </p:txBody>
      </p:sp>
      <p:sp>
        <p:nvSpPr>
          <p:cNvPr id="49156" name="Slide Number Placeholder 5">
            <a:extLst>
              <a:ext uri="{FF2B5EF4-FFF2-40B4-BE49-F238E27FC236}">
                <a16:creationId xmlns:a16="http://schemas.microsoft.com/office/drawing/2014/main" id="{82DE2E0B-02CC-4C3B-B3FA-11EFC9FB71EB}"/>
              </a:ext>
            </a:extLst>
          </p:cNvPr>
          <p:cNvSpPr>
            <a:spLocks noGrp="1" noChangeArrowheads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1400">
                <a:solidFill>
                  <a:srgbClr val="404040"/>
                </a:solidFill>
                <a:latin typeface="Minion Pro" pitchFamily="18" charset="0"/>
              </a:rPr>
              <a:t>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2F9BDBC-ECA5-4607-9678-A2660388B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r>
              <a:rPr lang="en-US" sz="2000" b="1" dirty="0"/>
              <a:t>Students will be able to :</a:t>
            </a:r>
          </a:p>
          <a:p>
            <a:pPr marL="355600" indent="-355600"/>
            <a:r>
              <a:rPr lang="en-US" sz="2000" dirty="0"/>
              <a:t> </a:t>
            </a:r>
            <a:r>
              <a:rPr lang="en-GB" sz="2000" dirty="0"/>
              <a:t>1. Understand basics of OOP and apply fundamental programming constructs. </a:t>
            </a:r>
          </a:p>
          <a:p>
            <a:r>
              <a:rPr lang="en-GB" sz="2000" dirty="0"/>
              <a:t>2. Understand and illustrate the features of classes and objects. </a:t>
            </a:r>
          </a:p>
          <a:p>
            <a:r>
              <a:rPr lang="en-GB" sz="2000" dirty="0"/>
              <a:t>3. Elaborate the concept of strings, arrays and vectors. </a:t>
            </a:r>
          </a:p>
          <a:p>
            <a:pPr marL="355600" indent="-355600"/>
            <a:r>
              <a:rPr lang="en-GB" sz="2000" dirty="0"/>
              <a:t>4. Develop a program that implements the concept of inheritance, interfaces and packages. </a:t>
            </a:r>
          </a:p>
          <a:p>
            <a:r>
              <a:rPr lang="en-GB" sz="2000" dirty="0"/>
              <a:t>5. Implement the notion of exception handling and multithreading. </a:t>
            </a:r>
          </a:p>
          <a:p>
            <a:r>
              <a:rPr lang="en-GB" sz="2000" dirty="0"/>
              <a:t>6. Develop GUI based application. </a:t>
            </a:r>
          </a:p>
          <a:p>
            <a:endParaRPr lang="en-IN" sz="2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DF7AB29-2F54-4B94-A92F-2DF6C4805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Course Outcomes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A727FA-5468-4662-BC02-6B97C7A65BA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4D01ED78-61EE-4E4B-A79F-71C29E4DF720}" type="slidenum">
              <a:rPr lang="en-IN" altLang="en-US" smtClean="0"/>
              <a:pPr>
                <a:defRPr/>
              </a:pPr>
              <a:t>6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3213870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8">
            <a:extLst>
              <a:ext uri="{FF2B5EF4-FFF2-40B4-BE49-F238E27FC236}">
                <a16:creationId xmlns:a16="http://schemas.microsoft.com/office/drawing/2014/main" id="{881BC3BA-5ABC-46E0-93BE-AEFB5497797F}"/>
              </a:ext>
            </a:extLst>
          </p:cNvPr>
          <p:cNvSpPr txBox="1">
            <a:spLocks/>
          </p:cNvSpPr>
          <p:nvPr/>
        </p:nvSpPr>
        <p:spPr bwMode="auto">
          <a:xfrm>
            <a:off x="228600" y="1155700"/>
            <a:ext cx="8147844" cy="1785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a-DK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nion Pro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a-DK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nion Pro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nion Pro" pitchFamily="18" charset="0"/>
                <a:cs typeface="Arial" panose="020B0604020202020204" pitchFamily="34" charset="0"/>
              </a:rPr>
              <a:t>Lecture No: 1</a:t>
            </a:r>
          </a:p>
          <a:p>
            <a:pPr lvl="0" algn="just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200" b="1" dirty="0">
                <a:solidFill>
                  <a:prstClr val="white"/>
                </a:solidFill>
                <a:latin typeface="Minion Pro" pitchFamily="18" charset="0"/>
                <a:cs typeface="Arial" panose="020B0604020202020204" pitchFamily="34" charset="0"/>
              </a:rPr>
              <a:t>Basic Concepts of Object-Oriented Programming</a:t>
            </a:r>
          </a:p>
        </p:txBody>
      </p:sp>
      <p:sp>
        <p:nvSpPr>
          <p:cNvPr id="4" name="Title 8">
            <a:extLst>
              <a:ext uri="{FF2B5EF4-FFF2-40B4-BE49-F238E27FC236}">
                <a16:creationId xmlns:a16="http://schemas.microsoft.com/office/drawing/2014/main" id="{1BC66BC6-261A-4E61-B9D2-BC13A1EF8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33375"/>
            <a:ext cx="8229600" cy="822325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Module No 1: Introduction to </a:t>
            </a:r>
            <a:r>
              <a:rPr lang="en-US" altLang="en-US" dirty="0"/>
              <a:t>OOP</a:t>
            </a:r>
            <a:endParaRPr lang="en-IN" altLang="en-US" sz="3200" dirty="0">
              <a:latin typeface="Source Sans Pro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F552638-E2CF-4106-8B16-62D8D02CC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Introduction to Programming</a:t>
            </a:r>
            <a:endParaRPr lang="en-IN" sz="28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D317E6-2F0C-45B2-8584-0579EAC0AC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D01ED78-61EE-4E4B-A79F-71C29E4DF720}" type="slidenum">
              <a:rPr lang="en-IN" altLang="en-US" smtClean="0"/>
              <a:pPr>
                <a:defRPr/>
              </a:pPr>
              <a:t>8</a:t>
            </a:fld>
            <a:endParaRPr lang="en-IN" altLang="en-US"/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10F6D0CE-52C5-47D2-8252-7FAEB789DE68}"/>
              </a:ext>
            </a:extLst>
          </p:cNvPr>
          <p:cNvSpPr txBox="1">
            <a:spLocks/>
          </p:cNvSpPr>
          <p:nvPr/>
        </p:nvSpPr>
        <p:spPr>
          <a:xfrm>
            <a:off x="1066800" y="6325755"/>
            <a:ext cx="5989637" cy="31259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a-DK" sz="1400" dirty="0">
                <a:latin typeface="Minion Pro"/>
              </a:rPr>
              <a:t>Lecture No:1 </a:t>
            </a:r>
            <a:r>
              <a:rPr lang="en-US" sz="1400" dirty="0">
                <a:latin typeface="Minion Pro"/>
              </a:rPr>
              <a:t>Basic Concepts of Object-Oriented Programming</a:t>
            </a:r>
            <a:endParaRPr lang="da-DK" sz="1400" dirty="0">
              <a:latin typeface="Minion Pro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1295400"/>
            <a:ext cx="80772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US" sz="2000" b="1" dirty="0">
                <a:solidFill>
                  <a:srgbClr val="920000"/>
                </a:solidFill>
                <a:latin typeface="Source Sans Pro"/>
              </a:rPr>
              <a:t> Program: 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000" dirty="0">
                <a:latin typeface="Source Sans Pro"/>
              </a:rPr>
              <a:t> Program (also software or application) is a sequence of instructions written to perform a specified task with a computer.</a:t>
            </a:r>
          </a:p>
          <a:p>
            <a:pPr algn="just">
              <a:buFont typeface="Wingdings" pitchFamily="2" charset="2"/>
              <a:buChar char="§"/>
            </a:pPr>
            <a:endParaRPr lang="en-US" sz="2000" dirty="0">
              <a:latin typeface="Source Sans Pro"/>
            </a:endParaRPr>
          </a:p>
          <a:p>
            <a:pPr algn="just">
              <a:buFont typeface="Wingdings" pitchFamily="2" charset="2"/>
              <a:buChar char="§"/>
            </a:pPr>
            <a:r>
              <a:rPr lang="en-US" sz="2000" b="1" dirty="0">
                <a:solidFill>
                  <a:srgbClr val="920000"/>
                </a:solidFill>
                <a:latin typeface="Source Sans Pro"/>
              </a:rPr>
              <a:t> Programmer: 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000" dirty="0">
                <a:latin typeface="Source Sans Pro"/>
              </a:rPr>
              <a:t> A person who practices this skill of writing program is referred to as a computer programmer or software developer or coder.</a:t>
            </a:r>
          </a:p>
          <a:p>
            <a:pPr algn="just">
              <a:buFont typeface="Wingdings" pitchFamily="2" charset="2"/>
              <a:buChar char="§"/>
            </a:pPr>
            <a:endParaRPr lang="en-US" sz="2000" dirty="0">
              <a:solidFill>
                <a:srgbClr val="920000"/>
              </a:solidFill>
              <a:latin typeface="Source Sans Pro"/>
            </a:endParaRPr>
          </a:p>
          <a:p>
            <a:pPr algn="just">
              <a:buFont typeface="Wingdings" pitchFamily="2" charset="2"/>
              <a:buChar char="§"/>
            </a:pPr>
            <a:r>
              <a:rPr lang="en-US" sz="2000" b="1" dirty="0">
                <a:solidFill>
                  <a:srgbClr val="920000"/>
                </a:solidFill>
                <a:latin typeface="Source Sans Pro"/>
              </a:rPr>
              <a:t> Programming: 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000" dirty="0">
                <a:latin typeface="Source Sans Pro"/>
              </a:rPr>
              <a:t> Programming is the iterative process of writing or editing source code. Editing source code involves testing, analyzing, refining and sometimes coordinating with other programmers on a jointly developed program.</a:t>
            </a:r>
          </a:p>
          <a:p>
            <a:pPr algn="just"/>
            <a:endParaRPr lang="en-US" sz="2000" dirty="0">
              <a:latin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15121620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F552638-E2CF-4106-8B16-62D8D02CC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Hierarchy of Programming Languages</a:t>
            </a:r>
            <a:endParaRPr lang="en-IN" sz="28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D317E6-2F0C-45B2-8584-0579EAC0AC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D01ED78-61EE-4E4B-A79F-71C29E4DF720}" type="slidenum">
              <a:rPr lang="en-IN" altLang="en-US" smtClean="0"/>
              <a:pPr>
                <a:defRPr/>
              </a:pPr>
              <a:t>9</a:t>
            </a:fld>
            <a:endParaRPr lang="en-IN" altLang="en-US"/>
          </a:p>
        </p:txBody>
      </p:sp>
      <p:pic>
        <p:nvPicPr>
          <p:cNvPr id="11" name="Picture 10" descr="low-level-languag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76400" y="1371600"/>
            <a:ext cx="6648450" cy="4366147"/>
          </a:xfrm>
          <a:prstGeom prst="rect">
            <a:avLst/>
          </a:prstGeom>
        </p:spPr>
      </p:pic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10F6D0CE-52C5-47D2-8252-7FAEB789DE68}"/>
              </a:ext>
            </a:extLst>
          </p:cNvPr>
          <p:cNvSpPr txBox="1">
            <a:spLocks/>
          </p:cNvSpPr>
          <p:nvPr/>
        </p:nvSpPr>
        <p:spPr>
          <a:xfrm>
            <a:off x="1066800" y="6325755"/>
            <a:ext cx="5989637" cy="31259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a-DK" sz="1400" dirty="0">
                <a:latin typeface="Minion Pro"/>
              </a:rPr>
              <a:t>Lecture No:1 </a:t>
            </a:r>
            <a:r>
              <a:rPr lang="en-US" sz="1400" dirty="0">
                <a:latin typeface="Minion Pro"/>
              </a:rPr>
              <a:t>Basic Concepts of Object-Oriented Programming</a:t>
            </a:r>
            <a:endParaRPr lang="da-DK" sz="1400" dirty="0">
              <a:latin typeface="Minion Pro"/>
            </a:endParaRPr>
          </a:p>
        </p:txBody>
      </p:sp>
    </p:spTree>
    <p:extLst>
      <p:ext uri="{BB962C8B-B14F-4D97-AF65-F5344CB8AC3E}">
        <p14:creationId xmlns:p14="http://schemas.microsoft.com/office/powerpoint/2010/main" val="1512162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F552638-E2CF-4106-8B16-62D8D02CC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Why to Learn High Level Languages</a:t>
            </a:r>
            <a:endParaRPr lang="en-IN" sz="28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D317E6-2F0C-45B2-8584-0579EAC0AC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D01ED78-61EE-4E4B-A79F-71C29E4DF720}" type="slidenum">
              <a:rPr lang="en-IN" altLang="en-US" smtClean="0"/>
              <a:pPr>
                <a:defRPr/>
              </a:pPr>
              <a:t>10</a:t>
            </a:fld>
            <a:endParaRPr lang="en-IN" altLang="en-US"/>
          </a:p>
        </p:txBody>
      </p:sp>
      <p:pic>
        <p:nvPicPr>
          <p:cNvPr id="6" name="Picture 5" descr="Low-and-High-Level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06438" y="1295400"/>
            <a:ext cx="7772400" cy="4522124"/>
          </a:xfrm>
          <a:prstGeom prst="rect">
            <a:avLst/>
          </a:prstGeom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10F6D0CE-52C5-47D2-8252-7FAEB789DE68}"/>
              </a:ext>
            </a:extLst>
          </p:cNvPr>
          <p:cNvSpPr txBox="1">
            <a:spLocks/>
          </p:cNvSpPr>
          <p:nvPr/>
        </p:nvSpPr>
        <p:spPr>
          <a:xfrm>
            <a:off x="1066800" y="6325755"/>
            <a:ext cx="5989637" cy="31259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a-DK" sz="1400" dirty="0">
                <a:latin typeface="Minion Pro"/>
              </a:rPr>
              <a:t>Lecture No:1 </a:t>
            </a:r>
            <a:r>
              <a:rPr lang="en-US" sz="1400" dirty="0">
                <a:latin typeface="Minion Pro"/>
              </a:rPr>
              <a:t>Basic Concepts of Object-Oriented Programming</a:t>
            </a:r>
            <a:endParaRPr lang="da-DK" sz="1400" dirty="0">
              <a:latin typeface="Minion Pro"/>
            </a:endParaRPr>
          </a:p>
        </p:txBody>
      </p:sp>
    </p:spTree>
    <p:extLst>
      <p:ext uri="{BB962C8B-B14F-4D97-AF65-F5344CB8AC3E}">
        <p14:creationId xmlns:p14="http://schemas.microsoft.com/office/powerpoint/2010/main" val="1512162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900"/>
          </a:xfrm>
        </p:spPr>
        <p:txBody>
          <a:bodyPr>
            <a:normAutofit/>
          </a:bodyPr>
          <a:lstStyle/>
          <a:p>
            <a:r>
              <a:rPr lang="en-US" altLang="en-US" sz="2800" dirty="0"/>
              <a:t>Programming  Approaches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9219FB3B-C980-461C-A039-6E1617D9AD77}" type="slidenum">
              <a:rPr lang="en-IN" smtClean="0"/>
              <a:pPr>
                <a:defRPr/>
              </a:pPr>
              <a:t>11</a:t>
            </a:fld>
            <a:endParaRPr lang="en-IN" dirty="0"/>
          </a:p>
        </p:txBody>
      </p:sp>
      <p:sp>
        <p:nvSpPr>
          <p:cNvPr id="6" name="Rounded Rectangle 5"/>
          <p:cNvSpPr/>
          <p:nvPr/>
        </p:nvSpPr>
        <p:spPr>
          <a:xfrm>
            <a:off x="3132138" y="2455863"/>
            <a:ext cx="2879725" cy="901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sz="2000" b="1" dirty="0">
                <a:latin typeface="Source Sans Pro"/>
              </a:rPr>
              <a:t>Programming Approaches</a:t>
            </a:r>
            <a:endParaRPr lang="en-US" sz="2000" b="1" dirty="0">
              <a:latin typeface="Source Sans Pro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>
          <a:xfrm>
            <a:off x="1187450" y="4076700"/>
            <a:ext cx="2879725" cy="10795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Arial" charset="0"/>
              <a:buNone/>
              <a:defRPr/>
            </a:pPr>
            <a:r>
              <a:rPr lang="en-IN" sz="2000" b="1" dirty="0"/>
              <a:t>Procedure-Oriented/ Structured</a:t>
            </a:r>
            <a:endParaRPr lang="en-US" sz="2000" b="1" dirty="0"/>
          </a:p>
        </p:txBody>
      </p:sp>
      <p:sp>
        <p:nvSpPr>
          <p:cNvPr id="8" name="Content Placeholder 6"/>
          <p:cNvSpPr txBox="1">
            <a:spLocks/>
          </p:cNvSpPr>
          <p:nvPr/>
        </p:nvSpPr>
        <p:spPr bwMode="auto">
          <a:xfrm>
            <a:off x="5076825" y="4076700"/>
            <a:ext cx="2879725" cy="1079500"/>
          </a:xfrm>
          <a:prstGeom prst="roundRect">
            <a:avLst/>
          </a:prstGeom>
          <a:ln w="2540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marL="342900" indent="-342900" algn="ctr" eaLnBrk="0" hangingPunct="0">
              <a:spcBef>
                <a:spcPct val="20000"/>
              </a:spcBef>
              <a:defRPr/>
            </a:pPr>
            <a:r>
              <a:rPr lang="en-IN" sz="2000" b="1" dirty="0">
                <a:latin typeface="Source Sans Pro" pitchFamily="34" charset="0"/>
              </a:rPr>
              <a:t>Object-Oriented</a:t>
            </a:r>
            <a:endParaRPr lang="en-US" sz="2000" b="1" dirty="0">
              <a:latin typeface="Source Sans Pro" pitchFamily="34" charset="0"/>
            </a:endParaRPr>
          </a:p>
        </p:txBody>
      </p:sp>
      <p:sp>
        <p:nvSpPr>
          <p:cNvPr id="9" name="Left Arrow 8"/>
          <p:cNvSpPr/>
          <p:nvPr/>
        </p:nvSpPr>
        <p:spPr>
          <a:xfrm rot="18007407">
            <a:off x="3335338" y="3570287"/>
            <a:ext cx="585788" cy="34131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Left Arrow 9"/>
          <p:cNvSpPr/>
          <p:nvPr/>
        </p:nvSpPr>
        <p:spPr>
          <a:xfrm rot="14450677">
            <a:off x="5146675" y="3597276"/>
            <a:ext cx="585787" cy="34131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0426" name="TextBox 11"/>
          <p:cNvSpPr txBox="1">
            <a:spLocks noChangeArrowheads="1"/>
          </p:cNvSpPr>
          <p:nvPr/>
        </p:nvSpPr>
        <p:spPr bwMode="auto">
          <a:xfrm>
            <a:off x="468313" y="1268413"/>
            <a:ext cx="8424862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55600" indent="-355600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>
                <a:latin typeface="Source Sans Pro" pitchFamily="34" charset="0"/>
              </a:rPr>
              <a:t>Procedure-Oriented: Top-Down Approach</a:t>
            </a:r>
          </a:p>
          <a:p>
            <a:pPr marL="355600" indent="-355600">
              <a:lnSpc>
                <a:spcPct val="150000"/>
              </a:lnSpc>
              <a:buFont typeface="Wingdings" pitchFamily="2" charset="2"/>
              <a:buChar char="§"/>
            </a:pPr>
            <a:r>
              <a:rPr lang="en-IN" sz="2000" dirty="0">
                <a:latin typeface="Source Sans Pro" pitchFamily="34" charset="0"/>
              </a:rPr>
              <a:t>Object-Oriented: Bottom-Up Approach </a:t>
            </a:r>
            <a:endParaRPr lang="en-US" sz="2000" dirty="0">
              <a:latin typeface="Source Sans Pro" pitchFamily="34" charset="0"/>
            </a:endParaRPr>
          </a:p>
        </p:txBody>
      </p:sp>
      <p:sp>
        <p:nvSpPr>
          <p:cNvPr id="60427" name="TextBox 12"/>
          <p:cNvSpPr txBox="1">
            <a:spLocks noChangeArrowheads="1"/>
          </p:cNvSpPr>
          <p:nvPr/>
        </p:nvSpPr>
        <p:spPr bwMode="auto">
          <a:xfrm>
            <a:off x="3132138" y="5516563"/>
            <a:ext cx="3240087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IN" sz="1600" dirty="0">
                <a:latin typeface="Source Sans Pro" pitchFamily="34" charset="0"/>
              </a:rPr>
              <a:t>Figure: </a:t>
            </a:r>
            <a:r>
              <a:rPr lang="en-US" sz="1600" dirty="0">
                <a:latin typeface="Source Sans Pro" pitchFamily="34" charset="0"/>
              </a:rPr>
              <a:t>Programming Approaches</a:t>
            </a:r>
            <a:r>
              <a:rPr lang="en-IN" sz="1600" dirty="0">
                <a:latin typeface="Source Sans Pro" pitchFamily="34" charset="0"/>
              </a:rPr>
              <a:t> </a:t>
            </a:r>
            <a:endParaRPr lang="en-US" sz="1600" dirty="0">
              <a:latin typeface="Source Sans Pro" pitchFamily="34" charset="0"/>
            </a:endParaRPr>
          </a:p>
        </p:txBody>
      </p:sp>
      <p:sp>
        <p:nvSpPr>
          <p:cNvPr id="14" name="Footer Placeholder 2">
            <a:extLst>
              <a:ext uri="{FF2B5EF4-FFF2-40B4-BE49-F238E27FC236}">
                <a16:creationId xmlns:a16="http://schemas.microsoft.com/office/drawing/2014/main" id="{10F6D0CE-52C5-47D2-8252-7FAEB789DE68}"/>
              </a:ext>
            </a:extLst>
          </p:cNvPr>
          <p:cNvSpPr txBox="1">
            <a:spLocks/>
          </p:cNvSpPr>
          <p:nvPr/>
        </p:nvSpPr>
        <p:spPr>
          <a:xfrm>
            <a:off x="1066800" y="6325755"/>
            <a:ext cx="5989637" cy="31259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a-DK" sz="1400" dirty="0">
                <a:latin typeface="Minion Pro"/>
              </a:rPr>
              <a:t>Lecture No:1 </a:t>
            </a:r>
            <a:r>
              <a:rPr lang="en-US" sz="1400" dirty="0">
                <a:latin typeface="Minion Pro"/>
              </a:rPr>
              <a:t>Basic Concepts of Object-Oriented Programming</a:t>
            </a:r>
            <a:endParaRPr lang="da-DK" sz="1400" dirty="0">
              <a:latin typeface="Minion Pro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9219FB3B-C980-461C-A039-6E1617D9AD77}" type="slidenum">
              <a:rPr lang="en-IN" smtClean="0"/>
              <a:pPr>
                <a:defRPr/>
              </a:pPr>
              <a:t>12</a:t>
            </a:fld>
            <a:endParaRPr lang="en-IN" dirty="0"/>
          </a:p>
        </p:txBody>
      </p:sp>
      <p:sp>
        <p:nvSpPr>
          <p:cNvPr id="14" name="Footer Placeholder 2">
            <a:extLst>
              <a:ext uri="{FF2B5EF4-FFF2-40B4-BE49-F238E27FC236}">
                <a16:creationId xmlns:a16="http://schemas.microsoft.com/office/drawing/2014/main" id="{10F6D0CE-52C5-47D2-8252-7FAEB789DE68}"/>
              </a:ext>
            </a:extLst>
          </p:cNvPr>
          <p:cNvSpPr txBox="1">
            <a:spLocks/>
          </p:cNvSpPr>
          <p:nvPr/>
        </p:nvSpPr>
        <p:spPr>
          <a:xfrm>
            <a:off x="1066800" y="6325755"/>
            <a:ext cx="5989637" cy="31259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a-DK" sz="1400" dirty="0">
                <a:latin typeface="Minion Pro"/>
              </a:rPr>
              <a:t>Lecture No:1 </a:t>
            </a:r>
            <a:r>
              <a:rPr lang="en-US" sz="1400" dirty="0">
                <a:latin typeface="Minion Pro"/>
              </a:rPr>
              <a:t>Basic Concepts of Object-Oriented Programming</a:t>
            </a:r>
            <a:endParaRPr lang="da-DK" sz="1400" dirty="0">
              <a:latin typeface="Minion Pro"/>
            </a:endParaRPr>
          </a:p>
        </p:txBody>
      </p:sp>
      <p:pic>
        <p:nvPicPr>
          <p:cNvPr id="1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86375" y="1643063"/>
            <a:ext cx="3643313" cy="308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Content Placeholder 10"/>
          <p:cNvSpPr>
            <a:spLocks noGrp="1"/>
          </p:cNvSpPr>
          <p:nvPr>
            <p:ph idx="4294967295"/>
          </p:nvPr>
        </p:nvSpPr>
        <p:spPr>
          <a:xfrm>
            <a:off x="228600" y="1369003"/>
            <a:ext cx="4757738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lvl="1" indent="-342900" algn="just">
              <a:buFont typeface="Wingdings" pitchFamily="2" charset="2"/>
              <a:buChar char="§"/>
            </a:pPr>
            <a:r>
              <a:rPr lang="en-US" sz="2000" dirty="0"/>
              <a:t>Traditional programming languages were procedural.</a:t>
            </a:r>
          </a:p>
          <a:p>
            <a:pPr marL="800100" lvl="2" indent="-342900" algn="just">
              <a:buFont typeface="Wingdings" pitchFamily="2" charset="2"/>
              <a:buChar char="§"/>
            </a:pPr>
            <a:r>
              <a:rPr lang="en-US" sz="2000" dirty="0"/>
              <a:t>E.g. C, Pascal, BASIC, </a:t>
            </a:r>
            <a:r>
              <a:rPr lang="en-US" sz="2000" dirty="0" err="1"/>
              <a:t>Ada</a:t>
            </a:r>
            <a:r>
              <a:rPr lang="en-US" sz="2000" dirty="0"/>
              <a:t> and       		COBOL </a:t>
            </a:r>
          </a:p>
          <a:p>
            <a:pPr marL="342900" lvl="1" indent="-342900" algn="just">
              <a:buFont typeface="Wingdings" pitchFamily="2" charset="2"/>
              <a:buChar char="§"/>
            </a:pPr>
            <a:r>
              <a:rPr lang="en-US" sz="2000" dirty="0"/>
              <a:t>Programming in procedural languages involves choosing data structures (appropriate ways to store data), designing algorithms, and translating algorithm into code.</a:t>
            </a:r>
          </a:p>
          <a:p>
            <a:pPr marL="342900" lvl="1" indent="-342900" algn="just">
              <a:buFont typeface="Wingdings" pitchFamily="2" charset="2"/>
              <a:buChar char="§"/>
            </a:pPr>
            <a:r>
              <a:rPr lang="en-US" sz="2000" dirty="0"/>
              <a:t>In procedural programming, data and operations on the data are separated.</a:t>
            </a:r>
          </a:p>
          <a:p>
            <a:pPr marL="342900" lvl="1" indent="-342900" algn="just">
              <a:buFont typeface="Wingdings" pitchFamily="2" charset="2"/>
              <a:buChar char="§"/>
            </a:pPr>
            <a:r>
              <a:rPr lang="en-US" sz="2000" dirty="0"/>
              <a:t>This methodology requires sending data to procedure/functions.</a:t>
            </a:r>
          </a:p>
        </p:txBody>
      </p:sp>
      <p:sp>
        <p:nvSpPr>
          <p:cNvPr id="17" name="TextBox 9"/>
          <p:cNvSpPr txBox="1">
            <a:spLocks noChangeArrowheads="1"/>
          </p:cNvSpPr>
          <p:nvPr/>
        </p:nvSpPr>
        <p:spPr bwMode="auto">
          <a:xfrm>
            <a:off x="5689601" y="5017870"/>
            <a:ext cx="3240087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IN" sz="1600" dirty="0">
                <a:latin typeface="Source Sans Pro" pitchFamily="34" charset="0"/>
              </a:rPr>
              <a:t>Figure: </a:t>
            </a:r>
            <a:r>
              <a:rPr lang="en-US" sz="1600" dirty="0">
                <a:latin typeface="Source Sans Pro" pitchFamily="34" charset="0"/>
              </a:rPr>
              <a:t>Procedural Programming</a:t>
            </a:r>
            <a:r>
              <a:rPr lang="en-IN" sz="1600" dirty="0">
                <a:latin typeface="Source Sans Pro" pitchFamily="34" charset="0"/>
              </a:rPr>
              <a:t> </a:t>
            </a:r>
            <a:endParaRPr lang="en-US" sz="1600" dirty="0">
              <a:latin typeface="Source Sans Pro" pitchFamily="34" charset="0"/>
            </a:endParaRPr>
          </a:p>
        </p:txBody>
      </p:sp>
      <p:sp>
        <p:nvSpPr>
          <p:cNvPr id="19" name="Title 1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25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800" dirty="0"/>
              <a:t>Procedural Programming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549379153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F4E22575-2D4A-4077-9EFA-1BD66A9D7AAD}" type="slidenum">
              <a:rPr lang="en-IN" smtClean="0"/>
              <a:pPr>
                <a:defRPr/>
              </a:pPr>
              <a:t>13</a:t>
            </a:fld>
            <a:endParaRPr lang="en-IN" dirty="0"/>
          </a:p>
        </p:txBody>
      </p:sp>
      <p:sp>
        <p:nvSpPr>
          <p:cNvPr id="62467" name="Content Placeholder 4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2468" name="AutoShape 5" descr="Image result for structure of procedural programming"/>
          <p:cNvSpPr>
            <a:spLocks noChangeAspect="1" noChangeArrowheads="1"/>
          </p:cNvSpPr>
          <p:nvPr/>
        </p:nvSpPr>
        <p:spPr bwMode="auto">
          <a:xfrm>
            <a:off x="144463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62469" name="Picture 9" descr="Image result for structure of procedural programmi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088" y="1557338"/>
            <a:ext cx="7632700" cy="374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2470" name="Title 1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25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800" dirty="0"/>
              <a:t>Structure of Procedure-oriented Programming</a:t>
            </a:r>
            <a:endParaRPr lang="en-IN" sz="2800" dirty="0"/>
          </a:p>
        </p:txBody>
      </p: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10F6D0CE-52C5-47D2-8252-7FAEB789DE68}"/>
              </a:ext>
            </a:extLst>
          </p:cNvPr>
          <p:cNvSpPr txBox="1">
            <a:spLocks/>
          </p:cNvSpPr>
          <p:nvPr/>
        </p:nvSpPr>
        <p:spPr>
          <a:xfrm>
            <a:off x="1066800" y="6325755"/>
            <a:ext cx="5989637" cy="31259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a-DK" sz="1400" dirty="0">
                <a:latin typeface="Minion Pro"/>
              </a:rPr>
              <a:t>Lecture No:1 </a:t>
            </a:r>
            <a:r>
              <a:rPr lang="en-US" sz="1400" dirty="0">
                <a:latin typeface="Minion Pro"/>
              </a:rPr>
              <a:t>Basic Concepts of Object-Oriented Programming</a:t>
            </a:r>
            <a:endParaRPr lang="da-DK" sz="1400" dirty="0">
              <a:latin typeface="Minion Pro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029200"/>
          </a:xfrm>
        </p:spPr>
        <p:txBody>
          <a:bodyPr>
            <a:noAutofit/>
          </a:bodyPr>
          <a:lstStyle/>
          <a:p>
            <a:pPr algn="just"/>
            <a:r>
              <a:rPr lang="en-GB" sz="2000" dirty="0"/>
              <a:t>The program is made as a single structure i.e. the code will execute the instruction by instruction one after the other. </a:t>
            </a:r>
          </a:p>
          <a:p>
            <a:pPr algn="just"/>
            <a:r>
              <a:rPr lang="en-GB" sz="2000" dirty="0"/>
              <a:t>It doesn’t support the possibility of jumping from one instruction to some other with the help of any statement like GOTO, etc. Therefore, the instructions in this approach will be executed in a serial and structured manner.</a:t>
            </a:r>
          </a:p>
          <a:p>
            <a:pPr algn="just"/>
            <a:r>
              <a:rPr lang="en-GB" sz="2000" dirty="0">
                <a:solidFill>
                  <a:srgbClr val="920000"/>
                </a:solidFill>
              </a:rPr>
              <a:t>C is called a structured programming language </a:t>
            </a:r>
            <a:r>
              <a:rPr lang="en-GB" sz="2000" dirty="0"/>
              <a:t>because to solve a large problem, C programming language divides the problem into smaller structural blocks each of which handles a particular responsibility. </a:t>
            </a:r>
          </a:p>
          <a:p>
            <a:pPr algn="just"/>
            <a:r>
              <a:rPr lang="en-GB" sz="2000" dirty="0"/>
              <a:t>These structural blocks are – </a:t>
            </a:r>
          </a:p>
          <a:p>
            <a:pPr indent="381000" algn="just">
              <a:buFont typeface="Arial" pitchFamily="34" charset="0"/>
              <a:buChar char="•"/>
            </a:pPr>
            <a:r>
              <a:rPr lang="en-GB" sz="2000" dirty="0"/>
              <a:t>Decision making blocks like </a:t>
            </a:r>
            <a:r>
              <a:rPr lang="en-GB" sz="2000" dirty="0">
                <a:hlinkClick r:id="rId2"/>
              </a:rPr>
              <a:t>if-else-</a:t>
            </a:r>
            <a:r>
              <a:rPr lang="en-GB" sz="2000" dirty="0" err="1">
                <a:hlinkClick r:id="rId2"/>
              </a:rPr>
              <a:t>elseif</a:t>
            </a:r>
            <a:r>
              <a:rPr lang="en-GB" sz="2000" dirty="0"/>
              <a:t>, </a:t>
            </a:r>
            <a:r>
              <a:rPr lang="en-GB" sz="2000" dirty="0">
                <a:hlinkClick r:id="rId3"/>
              </a:rPr>
              <a:t>switch-cases</a:t>
            </a:r>
            <a:r>
              <a:rPr lang="en-GB" sz="2000" dirty="0"/>
              <a:t>, </a:t>
            </a:r>
          </a:p>
          <a:p>
            <a:pPr indent="381000" algn="just">
              <a:buFont typeface="Arial" pitchFamily="34" charset="0"/>
              <a:buChar char="•"/>
            </a:pPr>
            <a:r>
              <a:rPr lang="en-GB" sz="2000" dirty="0"/>
              <a:t>Repetitive blocks like </a:t>
            </a:r>
            <a:r>
              <a:rPr lang="en-GB" sz="2000" dirty="0">
                <a:hlinkClick r:id="rId4"/>
              </a:rPr>
              <a:t>For-loop, While-loop, Do-while loop</a:t>
            </a:r>
            <a:r>
              <a:rPr lang="en-GB" sz="2000" dirty="0"/>
              <a:t> etc</a:t>
            </a:r>
          </a:p>
          <a:p>
            <a:pPr indent="381000" algn="just">
              <a:buFont typeface="Arial" pitchFamily="34" charset="0"/>
              <a:buChar char="•"/>
            </a:pPr>
            <a:r>
              <a:rPr lang="en-GB" sz="2000" dirty="0"/>
              <a:t>Subroutines/Procedures - </a:t>
            </a:r>
            <a:r>
              <a:rPr lang="en-GB" sz="2000" dirty="0">
                <a:hlinkClick r:id="rId5"/>
              </a:rPr>
              <a:t>functions</a:t>
            </a:r>
            <a:endParaRPr lang="en-GB" sz="2000" dirty="0"/>
          </a:p>
          <a:p>
            <a:pPr algn="just"/>
            <a:endParaRPr lang="en-GB" sz="2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552638-E2CF-4106-8B16-62D8D02CC44D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IN" sz="2800" dirty="0"/>
              <a:t>Structured Programming Approach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D317E6-2F0C-45B2-8584-0579EAC0AC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D01ED78-61EE-4E4B-A79F-71C29E4DF720}" type="slidenum">
              <a:rPr lang="en-IN" altLang="en-US" smtClean="0"/>
              <a:pPr>
                <a:defRPr/>
              </a:pPr>
              <a:t>14</a:t>
            </a:fld>
            <a:endParaRPr lang="en-IN" altLang="en-US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10F6D0CE-52C5-47D2-8252-7FAEB789DE68}"/>
              </a:ext>
            </a:extLst>
          </p:cNvPr>
          <p:cNvSpPr txBox="1">
            <a:spLocks/>
          </p:cNvSpPr>
          <p:nvPr/>
        </p:nvSpPr>
        <p:spPr>
          <a:xfrm>
            <a:off x="1066800" y="6325755"/>
            <a:ext cx="5989637" cy="31259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a-DK" sz="1400" dirty="0">
                <a:latin typeface="Minion Pro"/>
              </a:rPr>
              <a:t>Lecture No:1 </a:t>
            </a:r>
            <a:r>
              <a:rPr lang="en-US" sz="1400" dirty="0">
                <a:latin typeface="Minion Pro"/>
              </a:rPr>
              <a:t>Basic Concepts of Object-Oriented Programming</a:t>
            </a:r>
            <a:endParaRPr lang="da-DK" sz="1400" dirty="0">
              <a:latin typeface="Minion Pro"/>
            </a:endParaRPr>
          </a:p>
        </p:txBody>
      </p:sp>
    </p:spTree>
    <p:extLst>
      <p:ext uri="{BB962C8B-B14F-4D97-AF65-F5344CB8AC3E}">
        <p14:creationId xmlns:p14="http://schemas.microsoft.com/office/powerpoint/2010/main" val="15121620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029200"/>
          </a:xfrm>
        </p:spPr>
        <p:txBody>
          <a:bodyPr>
            <a:noAutofit/>
          </a:bodyPr>
          <a:lstStyle/>
          <a:p>
            <a:pPr algn="just"/>
            <a:r>
              <a:rPr lang="en-GB" sz="2000" dirty="0"/>
              <a:t>C structured programming is simple and easy to understand and implement.</a:t>
            </a:r>
          </a:p>
          <a:p>
            <a:pPr algn="just"/>
            <a:r>
              <a:rPr lang="en-GB" sz="2000" dirty="0"/>
              <a:t>It is well sited for small size implementation. However this is not restricted. A good design can extend it to large size implementation.</a:t>
            </a:r>
          </a:p>
          <a:p>
            <a:pPr algn="just"/>
            <a:r>
              <a:rPr lang="en-GB" sz="2000" dirty="0"/>
              <a:t>Programmers do not require to know complex design concepts to start a new program.</a:t>
            </a:r>
          </a:p>
          <a:p>
            <a:pPr algn="just"/>
            <a:r>
              <a:rPr lang="en-GB" sz="2000" dirty="0"/>
              <a:t>Easier to Debug</a:t>
            </a:r>
          </a:p>
          <a:p>
            <a:pPr algn="just"/>
            <a:r>
              <a:rPr lang="en-GB" sz="2000" dirty="0"/>
              <a:t>These are mainly problem oriented rather than machine based.</a:t>
            </a:r>
          </a:p>
          <a:p>
            <a:pPr algn="just"/>
            <a:r>
              <a:rPr lang="en-GB" sz="2000" dirty="0"/>
              <a:t>Program written in a higher level language can be translated into many machine languages and therefore can run on any computer for which there exists an appropriate translator.</a:t>
            </a:r>
          </a:p>
          <a:p>
            <a:pPr algn="just"/>
            <a:r>
              <a:rPr lang="en-GB" sz="2000" dirty="0"/>
              <a:t>It is independent of machine on which it is used i.e. programs developed in high level languages can be run on any computer.</a:t>
            </a:r>
          </a:p>
          <a:p>
            <a:pPr algn="just"/>
            <a:endParaRPr lang="en-GB" sz="2000" dirty="0"/>
          </a:p>
          <a:p>
            <a:pPr algn="just"/>
            <a:endParaRPr lang="en-GB" sz="2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552638-E2CF-4106-8B16-62D8D02CC44D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IN" sz="2800" dirty="0"/>
              <a:t>Advantages of Structured Programming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D317E6-2F0C-45B2-8584-0579EAC0AC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D01ED78-61EE-4E4B-A79F-71C29E4DF720}" type="slidenum">
              <a:rPr lang="en-IN" altLang="en-US" smtClean="0"/>
              <a:pPr>
                <a:defRPr/>
              </a:pPr>
              <a:t>15</a:t>
            </a:fld>
            <a:endParaRPr lang="en-IN" altLang="en-US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10F6D0CE-52C5-47D2-8252-7FAEB789DE68}"/>
              </a:ext>
            </a:extLst>
          </p:cNvPr>
          <p:cNvSpPr txBox="1">
            <a:spLocks/>
          </p:cNvSpPr>
          <p:nvPr/>
        </p:nvSpPr>
        <p:spPr>
          <a:xfrm>
            <a:off x="1066800" y="6325755"/>
            <a:ext cx="5989637" cy="31259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a-DK" sz="1400" dirty="0">
                <a:latin typeface="Minion Pro"/>
              </a:rPr>
              <a:t>Lecture No:1 </a:t>
            </a:r>
            <a:r>
              <a:rPr lang="en-US" sz="1400" dirty="0">
                <a:latin typeface="Minion Pro"/>
              </a:rPr>
              <a:t>Basic Concepts of Object-Oriented Programming</a:t>
            </a:r>
            <a:endParaRPr lang="da-DK" sz="1400" dirty="0">
              <a:latin typeface="Minion Pro"/>
            </a:endParaRPr>
          </a:p>
        </p:txBody>
      </p:sp>
    </p:spTree>
    <p:extLst>
      <p:ext uri="{BB962C8B-B14F-4D97-AF65-F5344CB8AC3E}">
        <p14:creationId xmlns:p14="http://schemas.microsoft.com/office/powerpoint/2010/main" val="15121620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57200" y="1219200"/>
            <a:ext cx="8458200" cy="5029200"/>
          </a:xfrm>
        </p:spPr>
        <p:txBody>
          <a:bodyPr>
            <a:noAutofit/>
          </a:bodyPr>
          <a:lstStyle/>
          <a:p>
            <a:pPr algn="just"/>
            <a:r>
              <a:rPr lang="en-GB" sz="2000" dirty="0"/>
              <a:t>A high level language has to be translated into the machine language by translator and thus a price in computer time is paid. </a:t>
            </a:r>
          </a:p>
          <a:p>
            <a:pPr algn="just"/>
            <a:r>
              <a:rPr lang="en-GB" sz="2000" dirty="0"/>
              <a:t>Since it is Machine-Independent, So it takes time to convert into machine code.</a:t>
            </a:r>
          </a:p>
          <a:p>
            <a:pPr algn="just"/>
            <a:r>
              <a:rPr lang="en-GB" sz="2000" dirty="0"/>
              <a:t>The code generated by a translator might be inefficient compared to an equivalent assembly language program. </a:t>
            </a:r>
          </a:p>
          <a:p>
            <a:pPr algn="just"/>
            <a:r>
              <a:rPr lang="en-GB" sz="2000" dirty="0"/>
              <a:t>Data type are proceeds in many functions in a structured program. When changes occur in those data types, the corresponding change must be made to every location that acts on those data types within the program. This is really a very time consuming task if the program is very large.</a:t>
            </a:r>
          </a:p>
          <a:p>
            <a:pPr algn="just"/>
            <a:r>
              <a:rPr lang="en-GB" sz="2000" dirty="0"/>
              <a:t>Data and methods are not bind together in a module.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552638-E2CF-4106-8B16-62D8D02CC44D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IN" sz="2800" dirty="0"/>
              <a:t>Disadvantages of Structured Programming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D317E6-2F0C-45B2-8584-0579EAC0AC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D01ED78-61EE-4E4B-A79F-71C29E4DF720}" type="slidenum">
              <a:rPr lang="en-IN" altLang="en-US" smtClean="0"/>
              <a:pPr>
                <a:defRPr/>
              </a:pPr>
              <a:t>16</a:t>
            </a:fld>
            <a:endParaRPr lang="en-IN" altLang="en-US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10F6D0CE-52C5-47D2-8252-7FAEB789DE68}"/>
              </a:ext>
            </a:extLst>
          </p:cNvPr>
          <p:cNvSpPr txBox="1">
            <a:spLocks/>
          </p:cNvSpPr>
          <p:nvPr/>
        </p:nvSpPr>
        <p:spPr>
          <a:xfrm>
            <a:off x="1066800" y="6325755"/>
            <a:ext cx="5989637" cy="31259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a-DK" sz="1400" dirty="0">
                <a:latin typeface="Minion Pro"/>
              </a:rPr>
              <a:t>Lecture No:1 </a:t>
            </a:r>
            <a:r>
              <a:rPr lang="en-US" sz="1400" dirty="0">
                <a:latin typeface="Minion Pro"/>
              </a:rPr>
              <a:t>Basic Concepts of Object-Oriented Programming</a:t>
            </a:r>
            <a:endParaRPr lang="da-DK" sz="1400" dirty="0">
              <a:latin typeface="Minion Pro"/>
            </a:endParaRPr>
          </a:p>
        </p:txBody>
      </p:sp>
    </p:spTree>
    <p:extLst>
      <p:ext uri="{BB962C8B-B14F-4D97-AF65-F5344CB8AC3E}">
        <p14:creationId xmlns:p14="http://schemas.microsoft.com/office/powerpoint/2010/main" val="15121620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100D4A-F31C-4D73-9427-7D3281BFA8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114800" y="1371600"/>
            <a:ext cx="4876800" cy="4754563"/>
          </a:xfrm>
        </p:spPr>
        <p:txBody>
          <a:bodyPr>
            <a:noAutofit/>
          </a:bodyPr>
          <a:lstStyle/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Source Sans Pro"/>
                <a:ea typeface="Source Sans Pro" panose="020B0503030403020204" pitchFamily="34" charset="0"/>
              </a:rPr>
              <a:t>Object oriented approach organizes a program in the form of objects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Source Sans Pro"/>
                <a:ea typeface="Source Sans Pro" panose="020B0503030403020204" pitchFamily="34" charset="0"/>
              </a:rPr>
              <a:t>Focus on data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zh-CN" sz="2000" dirty="0">
                <a:latin typeface="Source Sans Pro"/>
                <a:ea typeface="Source Sans Pro" panose="020B0503030403020204" pitchFamily="34" charset="0"/>
              </a:rPr>
              <a:t>Program </a:t>
            </a:r>
            <a:r>
              <a:rPr lang="zh-CN" altLang="zh-CN" sz="2000" dirty="0">
                <a:latin typeface="Source Sans Pro"/>
              </a:rPr>
              <a:t>is organized around </a:t>
            </a:r>
            <a:r>
              <a:rPr lang="en-US" altLang="zh-CN" sz="2000" dirty="0">
                <a:latin typeface="Source Sans Pro"/>
                <a:ea typeface="Source Sans Pro" panose="020B0503030403020204" pitchFamily="34" charset="0"/>
              </a:rPr>
              <a:t>data</a:t>
            </a:r>
            <a:endParaRPr lang="en-US" sz="2000" dirty="0">
              <a:latin typeface="Source Sans Pro"/>
              <a:ea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Source Sans Pro"/>
                <a:ea typeface="Source Sans Pro" panose="020B0503030403020204" pitchFamily="34" charset="0"/>
              </a:rPr>
              <a:t>Data and operations are grouped together</a:t>
            </a:r>
          </a:p>
          <a:p>
            <a:pPr marL="342900" lvl="1" indent="-342900">
              <a:buClr>
                <a:schemeClr val="hlink"/>
              </a:buClr>
              <a:buSzPct val="110000"/>
              <a:buNone/>
              <a:defRPr/>
            </a:pPr>
            <a:r>
              <a:rPr lang="en-US" altLang="zh-CN" sz="2000" i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Source Sans Pro"/>
                <a:ea typeface="Source Sans Pro" panose="020B0503030403020204" pitchFamily="34" charset="0"/>
              </a:rPr>
              <a:t>             Objects = Data</a:t>
            </a:r>
            <a:r>
              <a:rPr lang="zh-CN" altLang="en-US" sz="2000" i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Source Sans Pro"/>
              </a:rPr>
              <a:t>+ </a:t>
            </a:r>
            <a:r>
              <a:rPr lang="en-US" altLang="zh-CN" sz="2000" i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Source Sans Pro"/>
                <a:ea typeface="Source Sans Pro" panose="020B0503030403020204" pitchFamily="34" charset="0"/>
              </a:rPr>
              <a:t>Methods</a:t>
            </a:r>
            <a:endParaRPr lang="zh-CN" altLang="zh-CN" sz="2000" dirty="0">
              <a:solidFill>
                <a:srgbClr val="C00000"/>
              </a:solidFill>
              <a:latin typeface="Source Sans Pro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A93B41F-2032-4283-9D23-E4D6699C2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8229600" cy="822583"/>
          </a:xfrm>
        </p:spPr>
        <p:txBody>
          <a:bodyPr>
            <a:noAutofit/>
          </a:bodyPr>
          <a:lstStyle/>
          <a:p>
            <a:r>
              <a:rPr lang="en-US" sz="2800" dirty="0"/>
              <a:t>Object Oriented Approach</a:t>
            </a:r>
            <a:endParaRPr lang="en-IN" sz="2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2A6E83-BE5F-49B0-8B3A-699EAB255A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D01ED78-61EE-4E4B-A79F-71C29E4DF720}" type="slidenum">
              <a:rPr lang="en-IN" altLang="en-US" smtClean="0"/>
              <a:pPr>
                <a:defRPr/>
              </a:pPr>
              <a:t>17</a:t>
            </a:fld>
            <a:endParaRPr lang="en-IN" altLang="en-US"/>
          </a:p>
        </p:txBody>
      </p:sp>
      <p:pic>
        <p:nvPicPr>
          <p:cNvPr id="7" name="Picture 2" descr="The words &quot;object oriented programming&quot; written in white with black background.">
            <a:extLst>
              <a:ext uri="{FF2B5EF4-FFF2-40B4-BE49-F238E27FC236}">
                <a16:creationId xmlns:a16="http://schemas.microsoft.com/office/drawing/2014/main" id="{8A6F2FD0-6919-41E8-B74E-C4D14784E404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371600"/>
            <a:ext cx="4038600" cy="3859887"/>
          </a:xfrm>
          <a:noFill/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10F6D0CE-52C5-47D2-8252-7FAEB789DE68}"/>
              </a:ext>
            </a:extLst>
          </p:cNvPr>
          <p:cNvSpPr txBox="1">
            <a:spLocks/>
          </p:cNvSpPr>
          <p:nvPr/>
        </p:nvSpPr>
        <p:spPr>
          <a:xfrm>
            <a:off x="1066800" y="6325755"/>
            <a:ext cx="5989637" cy="31259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a-DK" sz="1400" dirty="0">
                <a:latin typeface="Minion Pro"/>
              </a:rPr>
              <a:t>Lecture No:1 </a:t>
            </a:r>
            <a:r>
              <a:rPr lang="en-US" sz="1400" dirty="0">
                <a:latin typeface="Minion Pro"/>
              </a:rPr>
              <a:t>Basic Concepts of Object-Oriented Programming</a:t>
            </a:r>
            <a:endParaRPr lang="da-DK" sz="1400" dirty="0">
              <a:latin typeface="Minion Pro"/>
            </a:endParaRPr>
          </a:p>
        </p:txBody>
      </p:sp>
    </p:spTree>
    <p:extLst>
      <p:ext uri="{BB962C8B-B14F-4D97-AF65-F5344CB8AC3E}">
        <p14:creationId xmlns:p14="http://schemas.microsoft.com/office/powerpoint/2010/main" val="27103102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5CA6A-8E77-4BF2-9DCD-2001DC0FBB4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96DB79F-FCFB-4D85-9918-43115AD8F6A4}" type="slidenum">
              <a:rPr lang="en-IN" altLang="en-US" smtClean="0"/>
              <a:pPr>
                <a:defRPr/>
              </a:pPr>
              <a:t>18</a:t>
            </a:fld>
            <a:endParaRPr lang="en-IN" altLang="en-US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10F6D0CE-52C5-47D2-8252-7FAEB789DE68}"/>
              </a:ext>
            </a:extLst>
          </p:cNvPr>
          <p:cNvSpPr txBox="1">
            <a:spLocks/>
          </p:cNvSpPr>
          <p:nvPr/>
        </p:nvSpPr>
        <p:spPr>
          <a:xfrm>
            <a:off x="1066800" y="6325755"/>
            <a:ext cx="5989637" cy="31259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a-DK" sz="1400" dirty="0">
                <a:latin typeface="Minion Pro"/>
              </a:rPr>
              <a:t>Lecture No:1 </a:t>
            </a:r>
            <a:r>
              <a:rPr lang="en-US" sz="1400" dirty="0">
                <a:latin typeface="Minion Pro"/>
              </a:rPr>
              <a:t>Basic Concepts of Object-Oriented Programming</a:t>
            </a:r>
            <a:endParaRPr lang="da-DK" sz="1400" dirty="0">
              <a:latin typeface="Minion Pro"/>
            </a:endParaRPr>
          </a:p>
        </p:txBody>
      </p:sp>
      <p:sp>
        <p:nvSpPr>
          <p:cNvPr id="122" name="Title 1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800" dirty="0"/>
              <a:t>Object-Oriented Programming</a:t>
            </a:r>
            <a:endParaRPr lang="en-IN" sz="2800" dirty="0"/>
          </a:p>
        </p:txBody>
      </p:sp>
      <p:sp>
        <p:nvSpPr>
          <p:cNvPr id="123" name="Content Placeholder 10"/>
          <p:cNvSpPr>
            <a:spLocks noGrp="1"/>
          </p:cNvSpPr>
          <p:nvPr>
            <p:ph idx="1"/>
          </p:nvPr>
        </p:nvSpPr>
        <p:spPr>
          <a:xfrm>
            <a:off x="457200" y="1219200"/>
            <a:ext cx="8362950" cy="4906963"/>
          </a:xfrm>
        </p:spPr>
        <p:txBody>
          <a:bodyPr/>
          <a:lstStyle/>
          <a:p>
            <a:pPr marL="355600" indent="-355600" algn="just">
              <a:buFont typeface="Arial" pitchFamily="34" charset="0"/>
              <a:buChar char="•"/>
            </a:pPr>
            <a:r>
              <a:rPr lang="en-US" dirty="0"/>
              <a:t> </a:t>
            </a:r>
            <a:r>
              <a:rPr lang="en-US" sz="2000" dirty="0"/>
              <a:t>Object-oriented programming is centered on creating </a:t>
            </a:r>
            <a:r>
              <a:rPr lang="en-US" sz="2000" b="1" dirty="0"/>
              <a:t>objects rather than procedures/ functions. </a:t>
            </a:r>
          </a:p>
          <a:p>
            <a:pPr marL="355600" indent="-355600" algn="just">
              <a:buFont typeface="Arial" pitchFamily="34" charset="0"/>
              <a:buChar char="•"/>
            </a:pPr>
            <a:r>
              <a:rPr lang="en-US" sz="2000" dirty="0"/>
              <a:t> Objects are a melding of </a:t>
            </a:r>
            <a:r>
              <a:rPr lang="en-US" sz="2000" b="1" dirty="0"/>
              <a:t>data and procedures that manipulate that data. </a:t>
            </a:r>
          </a:p>
          <a:p>
            <a:pPr algn="just" eaLnBrk="1" hangingPunct="1">
              <a:buFont typeface="Arial" charset="0"/>
              <a:buChar char="•"/>
            </a:pPr>
            <a:endParaRPr lang="en-IN" dirty="0"/>
          </a:p>
          <a:p>
            <a:pPr algn="just" eaLnBrk="1" hangingPunct="1"/>
            <a:endParaRPr lang="en-US" dirty="0"/>
          </a:p>
        </p:txBody>
      </p:sp>
      <p:pic>
        <p:nvPicPr>
          <p:cNvPr id="124" name="Picture 2" descr="Image result for structure of object-oriented programmi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77064" y="2514600"/>
            <a:ext cx="468630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5" name="TextBox 7"/>
          <p:cNvSpPr txBox="1">
            <a:spLocks noChangeArrowheads="1"/>
          </p:cNvSpPr>
          <p:nvPr/>
        </p:nvSpPr>
        <p:spPr bwMode="auto">
          <a:xfrm>
            <a:off x="2971800" y="5807508"/>
            <a:ext cx="3743325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IN" sz="1600" dirty="0">
                <a:latin typeface="Source Sans Pro" pitchFamily="34" charset="0"/>
              </a:rPr>
              <a:t>Figure: Object-Oriented </a:t>
            </a:r>
            <a:r>
              <a:rPr lang="en-US" sz="1600" dirty="0">
                <a:latin typeface="Source Sans Pro" pitchFamily="34" charset="0"/>
              </a:rPr>
              <a:t>Programming</a:t>
            </a:r>
            <a:r>
              <a:rPr lang="en-IN" sz="1600" dirty="0">
                <a:latin typeface="Source Sans Pro" pitchFamily="34" charset="0"/>
              </a:rPr>
              <a:t> </a:t>
            </a:r>
            <a:endParaRPr lang="en-US" sz="1600" dirty="0">
              <a:latin typeface="Source Sans Pro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34440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5CA6A-8E77-4BF2-9DCD-2001DC0FBB4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96DB79F-FCFB-4D85-9918-43115AD8F6A4}" type="slidenum">
              <a:rPr lang="en-IN" altLang="en-US" smtClean="0"/>
              <a:pPr>
                <a:defRPr/>
              </a:pPr>
              <a:t>19</a:t>
            </a:fld>
            <a:endParaRPr lang="en-IN" altLang="en-US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10F6D0CE-52C5-47D2-8252-7FAEB789DE68}"/>
              </a:ext>
            </a:extLst>
          </p:cNvPr>
          <p:cNvSpPr txBox="1">
            <a:spLocks/>
          </p:cNvSpPr>
          <p:nvPr/>
        </p:nvSpPr>
        <p:spPr>
          <a:xfrm>
            <a:off x="1066800" y="6325755"/>
            <a:ext cx="5989637" cy="31259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a-DK" sz="1400" dirty="0">
                <a:latin typeface="Minion Pro"/>
              </a:rPr>
              <a:t>Lecture No:1 </a:t>
            </a:r>
            <a:r>
              <a:rPr lang="en-US" sz="1400" dirty="0">
                <a:latin typeface="Minion Pro"/>
              </a:rPr>
              <a:t>Basic Concepts of Object-Oriented Programming</a:t>
            </a:r>
            <a:endParaRPr lang="da-DK" sz="1400" dirty="0">
              <a:latin typeface="Minion Pro"/>
            </a:endParaRPr>
          </a:p>
        </p:txBody>
      </p:sp>
      <p:sp>
        <p:nvSpPr>
          <p:cNvPr id="10" name="Title 12"/>
          <p:cNvSpPr>
            <a:spLocks noGrp="1"/>
          </p:cNvSpPr>
          <p:nvPr>
            <p:ph type="title"/>
          </p:nvPr>
        </p:nvSpPr>
        <p:spPr>
          <a:xfrm>
            <a:off x="457200" y="333375"/>
            <a:ext cx="8229600" cy="822325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800" dirty="0"/>
              <a:t>Procedural </a:t>
            </a:r>
            <a:r>
              <a:rPr lang="en-US" sz="2800" dirty="0" err="1"/>
              <a:t>vs</a:t>
            </a:r>
            <a:r>
              <a:rPr lang="en-US" sz="2800" dirty="0"/>
              <a:t> Object oriented programming</a:t>
            </a:r>
            <a:endParaRPr lang="en-IN" sz="2800" dirty="0"/>
          </a:p>
        </p:txBody>
      </p:sp>
      <p:sp>
        <p:nvSpPr>
          <p:cNvPr id="12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785813" y="1571625"/>
            <a:ext cx="31623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rmAutofit/>
          </a:bodyPr>
          <a:lstStyle/>
          <a:p>
            <a:pPr marL="342900" indent="-342900" eaLnBrk="0" hangingPunct="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>
                <a:latin typeface="+mn-lt"/>
                <a:cs typeface="+mn-cs"/>
              </a:rPr>
              <a:t>Procedural</a:t>
            </a:r>
          </a:p>
          <a:p>
            <a:pPr marL="742950" lvl="1" indent="-285750" eaLnBrk="0" hangingPunct="0">
              <a:spcBef>
                <a:spcPct val="20000"/>
              </a:spcBef>
              <a:buFont typeface="Arial" charset="0"/>
              <a:buChar char="–"/>
              <a:defRPr/>
            </a:pPr>
            <a:endParaRPr lang="en-US" sz="2000" dirty="0">
              <a:latin typeface="+mn-lt"/>
              <a:cs typeface="+mn-cs"/>
            </a:endParaRPr>
          </a:p>
          <a:p>
            <a:pPr marL="742950" lvl="1" indent="-285750" eaLnBrk="0" hangingPunct="0">
              <a:spcBef>
                <a:spcPct val="20000"/>
              </a:spcBef>
              <a:buFont typeface="Arial" charset="0"/>
              <a:buChar char="–"/>
              <a:defRPr/>
            </a:pPr>
            <a:endParaRPr lang="en-US" sz="2000" dirty="0">
              <a:latin typeface="+mn-lt"/>
              <a:cs typeface="+mn-cs"/>
            </a:endParaRPr>
          </a:p>
          <a:p>
            <a:pPr marL="742950" lvl="1" indent="-285750" eaLnBrk="0" hangingPunct="0">
              <a:spcBef>
                <a:spcPct val="20000"/>
              </a:spcBef>
              <a:buFont typeface="Arial" charset="0"/>
              <a:buChar char="–"/>
              <a:defRPr/>
            </a:pPr>
            <a:endParaRPr lang="en-US" sz="2000" dirty="0">
              <a:latin typeface="+mn-lt"/>
              <a:cs typeface="+mn-cs"/>
            </a:endParaRPr>
          </a:p>
          <a:p>
            <a:pPr marL="742950" lvl="1" indent="-285750" eaLnBrk="0" hangingPunct="0">
              <a:spcBef>
                <a:spcPct val="20000"/>
              </a:spcBef>
              <a:buFont typeface="Arial" charset="0"/>
              <a:buChar char="–"/>
              <a:defRPr/>
            </a:pPr>
            <a:endParaRPr lang="en-US" sz="2000" dirty="0">
              <a:latin typeface="+mn-lt"/>
              <a:cs typeface="+mn-cs"/>
            </a:endParaRPr>
          </a:p>
          <a:p>
            <a:pPr marL="742950" lvl="1" indent="-285750" eaLnBrk="0" hangingPunct="0">
              <a:spcBef>
                <a:spcPct val="20000"/>
              </a:spcBef>
              <a:buFont typeface="Arial" charset="0"/>
              <a:buChar char="–"/>
              <a:defRPr/>
            </a:pPr>
            <a:endParaRPr lang="en-US" sz="2000" dirty="0">
              <a:latin typeface="+mn-lt"/>
              <a:cs typeface="+mn-cs"/>
            </a:endParaRPr>
          </a:p>
          <a:p>
            <a:pPr marL="742950" lvl="1" indent="-285750" eaLnBrk="0" hangingPunct="0">
              <a:spcBef>
                <a:spcPct val="20000"/>
              </a:spcBef>
              <a:buFont typeface="Arial" charset="0"/>
              <a:buChar char="–"/>
              <a:defRPr/>
            </a:pPr>
            <a:endParaRPr lang="en-US" sz="2000" dirty="0">
              <a:latin typeface="+mn-lt"/>
              <a:cs typeface="+mn-cs"/>
            </a:endParaRPr>
          </a:p>
          <a:p>
            <a:pPr marL="742950" lvl="1" indent="-285750" eaLnBrk="0" hangingPunct="0">
              <a:spcBef>
                <a:spcPct val="20000"/>
              </a:spcBef>
              <a:buFont typeface="Arial" charset="0"/>
              <a:buChar char="–"/>
              <a:defRPr/>
            </a:pPr>
            <a:endParaRPr lang="en-US" sz="2000" dirty="0">
              <a:latin typeface="+mn-lt"/>
              <a:cs typeface="+mn-cs"/>
            </a:endParaRPr>
          </a:p>
          <a:p>
            <a:pPr marL="742950" lvl="1" indent="-285750" eaLnBrk="0" hangingPunct="0">
              <a:spcBef>
                <a:spcPct val="20000"/>
              </a:spcBef>
              <a:buFont typeface="Wingdings" pitchFamily="2" charset="2"/>
              <a:buNone/>
              <a:defRPr/>
            </a:pPr>
            <a:endParaRPr lang="en-US" sz="2000" dirty="0">
              <a:latin typeface="+mn-lt"/>
              <a:cs typeface="+mn-cs"/>
            </a:endParaRPr>
          </a:p>
          <a:p>
            <a:pPr marL="742950" lvl="1" indent="-285750" eaLnBrk="0" hangingPunct="0">
              <a:spcBef>
                <a:spcPct val="20000"/>
              </a:spcBef>
              <a:buFont typeface="Wingdings" pitchFamily="2" charset="2"/>
              <a:buNone/>
              <a:defRPr/>
            </a:pPr>
            <a:endParaRPr lang="en-US" sz="2000" dirty="0">
              <a:latin typeface="+mn-lt"/>
              <a:cs typeface="+mn-cs"/>
            </a:endParaRPr>
          </a:p>
          <a:p>
            <a:pPr marL="342900" indent="-342900" algn="ctr" eaLnBrk="0" hangingPunct="0"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en-US" dirty="0">
                <a:solidFill>
                  <a:srgbClr val="0099CC"/>
                </a:solidFill>
                <a:latin typeface="Source Sans Pro"/>
              </a:rPr>
              <a:t>Withdraw, deposit, transfer</a:t>
            </a:r>
          </a:p>
          <a:p>
            <a:pPr marL="342900" indent="-342900" eaLnBrk="0" hangingPunct="0">
              <a:spcBef>
                <a:spcPct val="20000"/>
              </a:spcBef>
              <a:buFont typeface="Arial" charset="0"/>
              <a:buChar char="•"/>
              <a:defRPr/>
            </a:pPr>
            <a:endParaRPr lang="en-US" sz="2400" dirty="0">
              <a:latin typeface="+mn-lt"/>
              <a:cs typeface="+mn-cs"/>
            </a:endParaRPr>
          </a:p>
        </p:txBody>
      </p:sp>
      <p:sp>
        <p:nvSpPr>
          <p:cNvPr id="13" name="Rectangle 4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4643438" y="1571625"/>
            <a:ext cx="3808412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rmAutofit/>
          </a:bodyPr>
          <a:lstStyle/>
          <a:p>
            <a:pPr marL="342900" indent="-342900" eaLnBrk="0" hangingPunct="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>
                <a:latin typeface="+mn-lt"/>
                <a:cs typeface="+mn-cs"/>
              </a:rPr>
              <a:t>Object Oriented</a:t>
            </a:r>
          </a:p>
          <a:p>
            <a:pPr marL="342900" indent="-342900" eaLnBrk="0" hangingPunct="0">
              <a:spcBef>
                <a:spcPct val="20000"/>
              </a:spcBef>
              <a:buFont typeface="Arial" charset="0"/>
              <a:buChar char="•"/>
              <a:defRPr/>
            </a:pPr>
            <a:endParaRPr lang="en-US" sz="2400" dirty="0">
              <a:latin typeface="+mn-lt"/>
              <a:cs typeface="+mn-cs"/>
            </a:endParaRPr>
          </a:p>
          <a:p>
            <a:pPr marL="342900" indent="-342900" eaLnBrk="0" hangingPunct="0">
              <a:spcBef>
                <a:spcPct val="20000"/>
              </a:spcBef>
              <a:buFont typeface="Arial" charset="0"/>
              <a:buChar char="•"/>
              <a:defRPr/>
            </a:pPr>
            <a:endParaRPr lang="en-US" sz="2400" dirty="0">
              <a:latin typeface="+mn-lt"/>
              <a:cs typeface="+mn-cs"/>
            </a:endParaRPr>
          </a:p>
          <a:p>
            <a:pPr marL="342900" indent="-342900" eaLnBrk="0" hangingPunct="0">
              <a:spcBef>
                <a:spcPct val="20000"/>
              </a:spcBef>
              <a:buFont typeface="Arial" charset="0"/>
              <a:buChar char="•"/>
              <a:defRPr/>
            </a:pPr>
            <a:endParaRPr lang="en-US" sz="2400" dirty="0">
              <a:latin typeface="+mn-lt"/>
              <a:cs typeface="+mn-cs"/>
            </a:endParaRPr>
          </a:p>
          <a:p>
            <a:pPr marL="342900" indent="-342900" eaLnBrk="0" hangingPunct="0">
              <a:spcBef>
                <a:spcPct val="20000"/>
              </a:spcBef>
              <a:buFont typeface="Arial" charset="0"/>
              <a:buChar char="•"/>
              <a:defRPr/>
            </a:pPr>
            <a:endParaRPr lang="en-US" sz="2400" dirty="0">
              <a:latin typeface="+mn-lt"/>
              <a:cs typeface="+mn-cs"/>
            </a:endParaRPr>
          </a:p>
          <a:p>
            <a:pPr marL="342900" indent="-342900" eaLnBrk="0" hangingPunct="0">
              <a:spcBef>
                <a:spcPct val="20000"/>
              </a:spcBef>
              <a:buFont typeface="Arial" charset="0"/>
              <a:buChar char="•"/>
              <a:defRPr/>
            </a:pPr>
            <a:endParaRPr lang="en-US" sz="2400" dirty="0">
              <a:latin typeface="+mn-lt"/>
              <a:cs typeface="+mn-cs"/>
            </a:endParaRPr>
          </a:p>
          <a:p>
            <a:pPr marL="342900" indent="-342900" eaLnBrk="0" hangingPunct="0">
              <a:spcBef>
                <a:spcPct val="20000"/>
              </a:spcBef>
              <a:buFont typeface="Arial" charset="0"/>
              <a:buChar char="•"/>
              <a:defRPr/>
            </a:pPr>
            <a:endParaRPr lang="en-US" sz="2400" dirty="0">
              <a:latin typeface="+mn-lt"/>
              <a:cs typeface="+mn-cs"/>
            </a:endParaRPr>
          </a:p>
          <a:p>
            <a:pPr marL="342900" indent="-342900" eaLnBrk="0" hangingPunct="0">
              <a:spcBef>
                <a:spcPct val="20000"/>
              </a:spcBef>
              <a:buFont typeface="Wingdings" pitchFamily="2" charset="2"/>
              <a:buNone/>
              <a:defRPr/>
            </a:pPr>
            <a:endParaRPr lang="en-US" dirty="0">
              <a:latin typeface="+mn-lt"/>
              <a:cs typeface="+mn-cs"/>
            </a:endParaRPr>
          </a:p>
          <a:p>
            <a:pPr marL="342900" indent="-342900" eaLnBrk="0" hangingPunct="0">
              <a:spcBef>
                <a:spcPct val="20000"/>
              </a:spcBef>
              <a:buFont typeface="Wingdings" pitchFamily="2" charset="2"/>
              <a:buNone/>
              <a:defRPr/>
            </a:pPr>
            <a:endParaRPr lang="en-US" dirty="0">
              <a:latin typeface="+mn-lt"/>
              <a:cs typeface="+mn-cs"/>
            </a:endParaRPr>
          </a:p>
          <a:p>
            <a:pPr marL="342900" indent="-342900" algn="ctr" eaLnBrk="0" hangingPunct="0"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en-US" dirty="0">
                <a:solidFill>
                  <a:srgbClr val="0099CC"/>
                </a:solidFill>
                <a:latin typeface="Source Sans Pro"/>
              </a:rPr>
              <a:t>Customer, money, account</a:t>
            </a:r>
          </a:p>
        </p:txBody>
      </p:sp>
      <p:grpSp>
        <p:nvGrpSpPr>
          <p:cNvPr id="14" name="Group 64"/>
          <p:cNvGrpSpPr>
            <a:grpSpLocks/>
          </p:cNvGrpSpPr>
          <p:nvPr/>
        </p:nvGrpSpPr>
        <p:grpSpPr bwMode="auto">
          <a:xfrm>
            <a:off x="1143000" y="2286000"/>
            <a:ext cx="2286000" cy="2714625"/>
            <a:chOff x="1143000" y="2590800"/>
            <a:chExt cx="2286000" cy="2971800"/>
          </a:xfrm>
        </p:grpSpPr>
        <p:grpSp>
          <p:nvGrpSpPr>
            <p:cNvPr id="15" name="Group 121"/>
            <p:cNvGrpSpPr>
              <a:grpSpLocks/>
            </p:cNvGrpSpPr>
            <p:nvPr/>
          </p:nvGrpSpPr>
          <p:grpSpPr bwMode="auto">
            <a:xfrm>
              <a:off x="2971800" y="2819400"/>
              <a:ext cx="457200" cy="1143000"/>
              <a:chOff x="3888" y="2508"/>
              <a:chExt cx="514" cy="1119"/>
            </a:xfrm>
          </p:grpSpPr>
          <p:sp>
            <p:nvSpPr>
              <p:cNvPr id="58" name="Freeform 122"/>
              <p:cNvSpPr>
                <a:spLocks/>
              </p:cNvSpPr>
              <p:nvPr/>
            </p:nvSpPr>
            <p:spPr bwMode="auto">
              <a:xfrm>
                <a:off x="3888" y="2508"/>
                <a:ext cx="499" cy="1094"/>
              </a:xfrm>
              <a:custGeom>
                <a:avLst/>
                <a:gdLst>
                  <a:gd name="T0" fmla="*/ 1 w 997"/>
                  <a:gd name="T1" fmla="*/ 1 h 2188"/>
                  <a:gd name="T2" fmla="*/ 1 w 997"/>
                  <a:gd name="T3" fmla="*/ 1 h 2188"/>
                  <a:gd name="T4" fmla="*/ 1 w 997"/>
                  <a:gd name="T5" fmla="*/ 1 h 2188"/>
                  <a:gd name="T6" fmla="*/ 1 w 997"/>
                  <a:gd name="T7" fmla="*/ 0 h 2188"/>
                  <a:gd name="T8" fmla="*/ 1 w 997"/>
                  <a:gd name="T9" fmla="*/ 1 h 2188"/>
                  <a:gd name="T10" fmla="*/ 1 w 997"/>
                  <a:gd name="T11" fmla="*/ 1 h 2188"/>
                  <a:gd name="T12" fmla="*/ 1 w 997"/>
                  <a:gd name="T13" fmla="*/ 1 h 2188"/>
                  <a:gd name="T14" fmla="*/ 1 w 997"/>
                  <a:gd name="T15" fmla="*/ 1 h 2188"/>
                  <a:gd name="T16" fmla="*/ 1 w 997"/>
                  <a:gd name="T17" fmla="*/ 1 h 2188"/>
                  <a:gd name="T18" fmla="*/ 1 w 997"/>
                  <a:gd name="T19" fmla="*/ 1 h 2188"/>
                  <a:gd name="T20" fmla="*/ 1 w 997"/>
                  <a:gd name="T21" fmla="*/ 1 h 2188"/>
                  <a:gd name="T22" fmla="*/ 0 w 997"/>
                  <a:gd name="T23" fmla="*/ 1 h 2188"/>
                  <a:gd name="T24" fmla="*/ 1 w 997"/>
                  <a:gd name="T25" fmla="*/ 1 h 2188"/>
                  <a:gd name="T26" fmla="*/ 1 w 997"/>
                  <a:gd name="T27" fmla="*/ 1 h 2188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997"/>
                  <a:gd name="T43" fmla="*/ 0 h 2188"/>
                  <a:gd name="T44" fmla="*/ 997 w 997"/>
                  <a:gd name="T45" fmla="*/ 2188 h 2188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997" h="2188">
                    <a:moveTo>
                      <a:pt x="72" y="533"/>
                    </a:moveTo>
                    <a:lnTo>
                      <a:pt x="340" y="318"/>
                    </a:lnTo>
                    <a:lnTo>
                      <a:pt x="499" y="141"/>
                    </a:lnTo>
                    <a:lnTo>
                      <a:pt x="583" y="0"/>
                    </a:lnTo>
                    <a:lnTo>
                      <a:pt x="875" y="39"/>
                    </a:lnTo>
                    <a:lnTo>
                      <a:pt x="997" y="93"/>
                    </a:lnTo>
                    <a:lnTo>
                      <a:pt x="906" y="532"/>
                    </a:lnTo>
                    <a:lnTo>
                      <a:pt x="958" y="2159"/>
                    </a:lnTo>
                    <a:lnTo>
                      <a:pt x="561" y="2188"/>
                    </a:lnTo>
                    <a:lnTo>
                      <a:pt x="91" y="2167"/>
                    </a:lnTo>
                    <a:lnTo>
                      <a:pt x="67" y="757"/>
                    </a:lnTo>
                    <a:lnTo>
                      <a:pt x="0" y="557"/>
                    </a:lnTo>
                    <a:lnTo>
                      <a:pt x="72" y="533"/>
                    </a:lnTo>
                    <a:close/>
                  </a:path>
                </a:pathLst>
              </a:custGeom>
              <a:solidFill>
                <a:srgbClr val="C0C0C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Freeform 123"/>
              <p:cNvSpPr>
                <a:spLocks/>
              </p:cNvSpPr>
              <p:nvPr/>
            </p:nvSpPr>
            <p:spPr bwMode="auto">
              <a:xfrm>
                <a:off x="3928" y="2816"/>
                <a:ext cx="254" cy="787"/>
              </a:xfrm>
              <a:custGeom>
                <a:avLst/>
                <a:gdLst>
                  <a:gd name="T0" fmla="*/ 0 w 509"/>
                  <a:gd name="T1" fmla="*/ 0 h 1576"/>
                  <a:gd name="T2" fmla="*/ 0 w 509"/>
                  <a:gd name="T3" fmla="*/ 0 h 1576"/>
                  <a:gd name="T4" fmla="*/ 0 w 509"/>
                  <a:gd name="T5" fmla="*/ 0 h 1576"/>
                  <a:gd name="T6" fmla="*/ 0 w 509"/>
                  <a:gd name="T7" fmla="*/ 0 h 1576"/>
                  <a:gd name="T8" fmla="*/ 0 w 509"/>
                  <a:gd name="T9" fmla="*/ 0 h 1576"/>
                  <a:gd name="T10" fmla="*/ 0 w 509"/>
                  <a:gd name="T11" fmla="*/ 0 h 1576"/>
                  <a:gd name="T12" fmla="*/ 0 w 509"/>
                  <a:gd name="T13" fmla="*/ 0 h 1576"/>
                  <a:gd name="T14" fmla="*/ 0 w 509"/>
                  <a:gd name="T15" fmla="*/ 0 h 1576"/>
                  <a:gd name="T16" fmla="*/ 0 w 509"/>
                  <a:gd name="T17" fmla="*/ 0 h 1576"/>
                  <a:gd name="T18" fmla="*/ 0 w 509"/>
                  <a:gd name="T19" fmla="*/ 0 h 1576"/>
                  <a:gd name="T20" fmla="*/ 0 w 509"/>
                  <a:gd name="T21" fmla="*/ 0 h 157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509"/>
                  <a:gd name="T34" fmla="*/ 0 h 1576"/>
                  <a:gd name="T35" fmla="*/ 509 w 509"/>
                  <a:gd name="T36" fmla="*/ 1576 h 157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509" h="1576">
                    <a:moveTo>
                      <a:pt x="0" y="26"/>
                    </a:moveTo>
                    <a:lnTo>
                      <a:pt x="158" y="0"/>
                    </a:lnTo>
                    <a:lnTo>
                      <a:pt x="509" y="181"/>
                    </a:lnTo>
                    <a:lnTo>
                      <a:pt x="472" y="259"/>
                    </a:lnTo>
                    <a:lnTo>
                      <a:pt x="426" y="811"/>
                    </a:lnTo>
                    <a:lnTo>
                      <a:pt x="458" y="1576"/>
                    </a:lnTo>
                    <a:lnTo>
                      <a:pt x="12" y="1552"/>
                    </a:lnTo>
                    <a:lnTo>
                      <a:pt x="55" y="964"/>
                    </a:lnTo>
                    <a:lnTo>
                      <a:pt x="67" y="27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0C0C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" name="Freeform 124"/>
              <p:cNvSpPr>
                <a:spLocks/>
              </p:cNvSpPr>
              <p:nvPr/>
            </p:nvSpPr>
            <p:spPr bwMode="auto">
              <a:xfrm>
                <a:off x="4050" y="2547"/>
                <a:ext cx="241" cy="250"/>
              </a:xfrm>
              <a:custGeom>
                <a:avLst/>
                <a:gdLst>
                  <a:gd name="T0" fmla="*/ 0 w 482"/>
                  <a:gd name="T1" fmla="*/ 1 h 499"/>
                  <a:gd name="T2" fmla="*/ 1 w 482"/>
                  <a:gd name="T3" fmla="*/ 1 h 499"/>
                  <a:gd name="T4" fmla="*/ 1 w 482"/>
                  <a:gd name="T5" fmla="*/ 1 h 499"/>
                  <a:gd name="T6" fmla="*/ 1 w 482"/>
                  <a:gd name="T7" fmla="*/ 1 h 499"/>
                  <a:gd name="T8" fmla="*/ 1 w 482"/>
                  <a:gd name="T9" fmla="*/ 1 h 499"/>
                  <a:gd name="T10" fmla="*/ 1 w 482"/>
                  <a:gd name="T11" fmla="*/ 1 h 499"/>
                  <a:gd name="T12" fmla="*/ 1 w 482"/>
                  <a:gd name="T13" fmla="*/ 1 h 499"/>
                  <a:gd name="T14" fmla="*/ 1 w 482"/>
                  <a:gd name="T15" fmla="*/ 0 h 499"/>
                  <a:gd name="T16" fmla="*/ 1 w 482"/>
                  <a:gd name="T17" fmla="*/ 1 h 499"/>
                  <a:gd name="T18" fmla="*/ 1 w 482"/>
                  <a:gd name="T19" fmla="*/ 1 h 499"/>
                  <a:gd name="T20" fmla="*/ 1 w 482"/>
                  <a:gd name="T21" fmla="*/ 1 h 499"/>
                  <a:gd name="T22" fmla="*/ 1 w 482"/>
                  <a:gd name="T23" fmla="*/ 1 h 499"/>
                  <a:gd name="T24" fmla="*/ 1 w 482"/>
                  <a:gd name="T25" fmla="*/ 1 h 499"/>
                  <a:gd name="T26" fmla="*/ 1 w 482"/>
                  <a:gd name="T27" fmla="*/ 1 h 499"/>
                  <a:gd name="T28" fmla="*/ 1 w 482"/>
                  <a:gd name="T29" fmla="*/ 1 h 499"/>
                  <a:gd name="T30" fmla="*/ 1 w 482"/>
                  <a:gd name="T31" fmla="*/ 1 h 499"/>
                  <a:gd name="T32" fmla="*/ 1 w 482"/>
                  <a:gd name="T33" fmla="*/ 1 h 499"/>
                  <a:gd name="T34" fmla="*/ 0 w 482"/>
                  <a:gd name="T35" fmla="*/ 1 h 499"/>
                  <a:gd name="T36" fmla="*/ 0 w 482"/>
                  <a:gd name="T37" fmla="*/ 1 h 499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482"/>
                  <a:gd name="T58" fmla="*/ 0 h 499"/>
                  <a:gd name="T59" fmla="*/ 482 w 482"/>
                  <a:gd name="T60" fmla="*/ 499 h 499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482" h="499">
                    <a:moveTo>
                      <a:pt x="0" y="440"/>
                    </a:moveTo>
                    <a:lnTo>
                      <a:pt x="46" y="410"/>
                    </a:lnTo>
                    <a:lnTo>
                      <a:pt x="24" y="345"/>
                    </a:lnTo>
                    <a:lnTo>
                      <a:pt x="118" y="277"/>
                    </a:lnTo>
                    <a:lnTo>
                      <a:pt x="225" y="116"/>
                    </a:lnTo>
                    <a:lnTo>
                      <a:pt x="272" y="54"/>
                    </a:lnTo>
                    <a:lnTo>
                      <a:pt x="322" y="56"/>
                    </a:lnTo>
                    <a:lnTo>
                      <a:pt x="356" y="0"/>
                    </a:lnTo>
                    <a:lnTo>
                      <a:pt x="459" y="35"/>
                    </a:lnTo>
                    <a:lnTo>
                      <a:pt x="444" y="70"/>
                    </a:lnTo>
                    <a:lnTo>
                      <a:pt x="482" y="99"/>
                    </a:lnTo>
                    <a:lnTo>
                      <a:pt x="408" y="191"/>
                    </a:lnTo>
                    <a:lnTo>
                      <a:pt x="333" y="288"/>
                    </a:lnTo>
                    <a:lnTo>
                      <a:pt x="219" y="464"/>
                    </a:lnTo>
                    <a:lnTo>
                      <a:pt x="172" y="464"/>
                    </a:lnTo>
                    <a:lnTo>
                      <a:pt x="129" y="499"/>
                    </a:lnTo>
                    <a:lnTo>
                      <a:pt x="61" y="461"/>
                    </a:lnTo>
                    <a:lnTo>
                      <a:pt x="0" y="440"/>
                    </a:lnTo>
                    <a:close/>
                  </a:path>
                </a:pathLst>
              </a:custGeom>
              <a:solidFill>
                <a:srgbClr val="C0C0C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" name="Freeform 125"/>
              <p:cNvSpPr>
                <a:spLocks/>
              </p:cNvSpPr>
              <p:nvPr/>
            </p:nvSpPr>
            <p:spPr bwMode="auto">
              <a:xfrm>
                <a:off x="3888" y="2508"/>
                <a:ext cx="514" cy="384"/>
              </a:xfrm>
              <a:custGeom>
                <a:avLst/>
                <a:gdLst>
                  <a:gd name="T0" fmla="*/ 1 w 1027"/>
                  <a:gd name="T1" fmla="*/ 0 h 766"/>
                  <a:gd name="T2" fmla="*/ 1 w 1027"/>
                  <a:gd name="T3" fmla="*/ 1 h 766"/>
                  <a:gd name="T4" fmla="*/ 1 w 1027"/>
                  <a:gd name="T5" fmla="*/ 1 h 766"/>
                  <a:gd name="T6" fmla="*/ 0 w 1027"/>
                  <a:gd name="T7" fmla="*/ 1 h 766"/>
                  <a:gd name="T8" fmla="*/ 1 w 1027"/>
                  <a:gd name="T9" fmla="*/ 1 h 766"/>
                  <a:gd name="T10" fmla="*/ 1 w 1027"/>
                  <a:gd name="T11" fmla="*/ 1 h 766"/>
                  <a:gd name="T12" fmla="*/ 1 w 1027"/>
                  <a:gd name="T13" fmla="*/ 1 h 766"/>
                  <a:gd name="T14" fmla="*/ 1 w 1027"/>
                  <a:gd name="T15" fmla="*/ 1 h 766"/>
                  <a:gd name="T16" fmla="*/ 1 w 1027"/>
                  <a:gd name="T17" fmla="*/ 1 h 766"/>
                  <a:gd name="T18" fmla="*/ 1 w 1027"/>
                  <a:gd name="T19" fmla="*/ 1 h 766"/>
                  <a:gd name="T20" fmla="*/ 1 w 1027"/>
                  <a:gd name="T21" fmla="*/ 1 h 766"/>
                  <a:gd name="T22" fmla="*/ 1 w 1027"/>
                  <a:gd name="T23" fmla="*/ 1 h 766"/>
                  <a:gd name="T24" fmla="*/ 1 w 1027"/>
                  <a:gd name="T25" fmla="*/ 1 h 766"/>
                  <a:gd name="T26" fmla="*/ 1 w 1027"/>
                  <a:gd name="T27" fmla="*/ 1 h 766"/>
                  <a:gd name="T28" fmla="*/ 1 w 1027"/>
                  <a:gd name="T29" fmla="*/ 1 h 766"/>
                  <a:gd name="T30" fmla="*/ 1 w 1027"/>
                  <a:gd name="T31" fmla="*/ 1 h 766"/>
                  <a:gd name="T32" fmla="*/ 1 w 1027"/>
                  <a:gd name="T33" fmla="*/ 1 h 766"/>
                  <a:gd name="T34" fmla="*/ 1 w 1027"/>
                  <a:gd name="T35" fmla="*/ 1 h 766"/>
                  <a:gd name="T36" fmla="*/ 1 w 1027"/>
                  <a:gd name="T37" fmla="*/ 1 h 766"/>
                  <a:gd name="T38" fmla="*/ 1 w 1027"/>
                  <a:gd name="T39" fmla="*/ 1 h 766"/>
                  <a:gd name="T40" fmla="*/ 1 w 1027"/>
                  <a:gd name="T41" fmla="*/ 1 h 766"/>
                  <a:gd name="T42" fmla="*/ 1 w 1027"/>
                  <a:gd name="T43" fmla="*/ 0 h 766"/>
                  <a:gd name="T44" fmla="*/ 1 w 1027"/>
                  <a:gd name="T45" fmla="*/ 0 h 76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1027"/>
                  <a:gd name="T70" fmla="*/ 0 h 766"/>
                  <a:gd name="T71" fmla="*/ 1027 w 1027"/>
                  <a:gd name="T72" fmla="*/ 766 h 76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1027" h="766">
                    <a:moveTo>
                      <a:pt x="583" y="0"/>
                    </a:moveTo>
                    <a:lnTo>
                      <a:pt x="450" y="176"/>
                    </a:lnTo>
                    <a:lnTo>
                      <a:pt x="221" y="404"/>
                    </a:lnTo>
                    <a:lnTo>
                      <a:pt x="0" y="559"/>
                    </a:lnTo>
                    <a:lnTo>
                      <a:pt x="182" y="580"/>
                    </a:lnTo>
                    <a:lnTo>
                      <a:pt x="375" y="651"/>
                    </a:lnTo>
                    <a:lnTo>
                      <a:pt x="575" y="766"/>
                    </a:lnTo>
                    <a:lnTo>
                      <a:pt x="694" y="530"/>
                    </a:lnTo>
                    <a:lnTo>
                      <a:pt x="894" y="239"/>
                    </a:lnTo>
                    <a:lnTo>
                      <a:pt x="1027" y="90"/>
                    </a:lnTo>
                    <a:lnTo>
                      <a:pt x="900" y="28"/>
                    </a:lnTo>
                    <a:lnTo>
                      <a:pt x="627" y="5"/>
                    </a:lnTo>
                    <a:lnTo>
                      <a:pt x="870" y="54"/>
                    </a:lnTo>
                    <a:lnTo>
                      <a:pt x="966" y="104"/>
                    </a:lnTo>
                    <a:lnTo>
                      <a:pt x="876" y="178"/>
                    </a:lnTo>
                    <a:lnTo>
                      <a:pt x="683" y="461"/>
                    </a:lnTo>
                    <a:lnTo>
                      <a:pt x="544" y="684"/>
                    </a:lnTo>
                    <a:lnTo>
                      <a:pt x="276" y="559"/>
                    </a:lnTo>
                    <a:lnTo>
                      <a:pt x="121" y="537"/>
                    </a:lnTo>
                    <a:lnTo>
                      <a:pt x="307" y="379"/>
                    </a:lnTo>
                    <a:lnTo>
                      <a:pt x="504" y="164"/>
                    </a:lnTo>
                    <a:lnTo>
                      <a:pt x="583" y="0"/>
                    </a:lnTo>
                    <a:close/>
                  </a:path>
                </a:pathLst>
              </a:custGeom>
              <a:solidFill>
                <a:srgbClr val="C0C0C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" name="Freeform 126"/>
              <p:cNvSpPr>
                <a:spLocks/>
              </p:cNvSpPr>
              <p:nvPr/>
            </p:nvSpPr>
            <p:spPr bwMode="auto">
              <a:xfrm>
                <a:off x="3888" y="2553"/>
                <a:ext cx="514" cy="1074"/>
              </a:xfrm>
              <a:custGeom>
                <a:avLst/>
                <a:gdLst>
                  <a:gd name="T0" fmla="*/ 0 w 1027"/>
                  <a:gd name="T1" fmla="*/ 1 h 2148"/>
                  <a:gd name="T2" fmla="*/ 1 w 1027"/>
                  <a:gd name="T3" fmla="*/ 1 h 2148"/>
                  <a:gd name="T4" fmla="*/ 1 w 1027"/>
                  <a:gd name="T5" fmla="*/ 1 h 2148"/>
                  <a:gd name="T6" fmla="*/ 1 w 1027"/>
                  <a:gd name="T7" fmla="*/ 1 h 2148"/>
                  <a:gd name="T8" fmla="*/ 1 w 1027"/>
                  <a:gd name="T9" fmla="*/ 1 h 2148"/>
                  <a:gd name="T10" fmla="*/ 1 w 1027"/>
                  <a:gd name="T11" fmla="*/ 1 h 2148"/>
                  <a:gd name="T12" fmla="*/ 1 w 1027"/>
                  <a:gd name="T13" fmla="*/ 1 h 2148"/>
                  <a:gd name="T14" fmla="*/ 1 w 1027"/>
                  <a:gd name="T15" fmla="*/ 1 h 2148"/>
                  <a:gd name="T16" fmla="*/ 1 w 1027"/>
                  <a:gd name="T17" fmla="*/ 1 h 2148"/>
                  <a:gd name="T18" fmla="*/ 1 w 1027"/>
                  <a:gd name="T19" fmla="*/ 0 h 2148"/>
                  <a:gd name="T20" fmla="*/ 1 w 1027"/>
                  <a:gd name="T21" fmla="*/ 1 h 2148"/>
                  <a:gd name="T22" fmla="*/ 1 w 1027"/>
                  <a:gd name="T23" fmla="*/ 1 h 2148"/>
                  <a:gd name="T24" fmla="*/ 1 w 1027"/>
                  <a:gd name="T25" fmla="*/ 1 h 2148"/>
                  <a:gd name="T26" fmla="*/ 1 w 1027"/>
                  <a:gd name="T27" fmla="*/ 1 h 2148"/>
                  <a:gd name="T28" fmla="*/ 1 w 1027"/>
                  <a:gd name="T29" fmla="*/ 1 h 2148"/>
                  <a:gd name="T30" fmla="*/ 1 w 1027"/>
                  <a:gd name="T31" fmla="*/ 1 h 2148"/>
                  <a:gd name="T32" fmla="*/ 1 w 1027"/>
                  <a:gd name="T33" fmla="*/ 1 h 2148"/>
                  <a:gd name="T34" fmla="*/ 1 w 1027"/>
                  <a:gd name="T35" fmla="*/ 1 h 2148"/>
                  <a:gd name="T36" fmla="*/ 1 w 1027"/>
                  <a:gd name="T37" fmla="*/ 1 h 2148"/>
                  <a:gd name="T38" fmla="*/ 1 w 1027"/>
                  <a:gd name="T39" fmla="*/ 1 h 2148"/>
                  <a:gd name="T40" fmla="*/ 1 w 1027"/>
                  <a:gd name="T41" fmla="*/ 1 h 2148"/>
                  <a:gd name="T42" fmla="*/ 1 w 1027"/>
                  <a:gd name="T43" fmla="*/ 1 h 2148"/>
                  <a:gd name="T44" fmla="*/ 1 w 1027"/>
                  <a:gd name="T45" fmla="*/ 1 h 2148"/>
                  <a:gd name="T46" fmla="*/ 1 w 1027"/>
                  <a:gd name="T47" fmla="*/ 1 h 2148"/>
                  <a:gd name="T48" fmla="*/ 1 w 1027"/>
                  <a:gd name="T49" fmla="*/ 1 h 2148"/>
                  <a:gd name="T50" fmla="*/ 1 w 1027"/>
                  <a:gd name="T51" fmla="*/ 1 h 2148"/>
                  <a:gd name="T52" fmla="*/ 1 w 1027"/>
                  <a:gd name="T53" fmla="*/ 1 h 2148"/>
                  <a:gd name="T54" fmla="*/ 1 w 1027"/>
                  <a:gd name="T55" fmla="*/ 1 h 2148"/>
                  <a:gd name="T56" fmla="*/ 1 w 1027"/>
                  <a:gd name="T57" fmla="*/ 1 h 2148"/>
                  <a:gd name="T58" fmla="*/ 1 w 1027"/>
                  <a:gd name="T59" fmla="*/ 1 h 2148"/>
                  <a:gd name="T60" fmla="*/ 1 w 1027"/>
                  <a:gd name="T61" fmla="*/ 1 h 2148"/>
                  <a:gd name="T62" fmla="*/ 1 w 1027"/>
                  <a:gd name="T63" fmla="*/ 1 h 2148"/>
                  <a:gd name="T64" fmla="*/ 1 w 1027"/>
                  <a:gd name="T65" fmla="*/ 1 h 2148"/>
                  <a:gd name="T66" fmla="*/ 1 w 1027"/>
                  <a:gd name="T67" fmla="*/ 1 h 2148"/>
                  <a:gd name="T68" fmla="*/ 1 w 1027"/>
                  <a:gd name="T69" fmla="*/ 1 h 2148"/>
                  <a:gd name="T70" fmla="*/ 1 w 1027"/>
                  <a:gd name="T71" fmla="*/ 1 h 2148"/>
                  <a:gd name="T72" fmla="*/ 1 w 1027"/>
                  <a:gd name="T73" fmla="*/ 1 h 2148"/>
                  <a:gd name="T74" fmla="*/ 1 w 1027"/>
                  <a:gd name="T75" fmla="*/ 1 h 2148"/>
                  <a:gd name="T76" fmla="*/ 1 w 1027"/>
                  <a:gd name="T77" fmla="*/ 1 h 2148"/>
                  <a:gd name="T78" fmla="*/ 1 w 1027"/>
                  <a:gd name="T79" fmla="*/ 1 h 2148"/>
                  <a:gd name="T80" fmla="*/ 1 w 1027"/>
                  <a:gd name="T81" fmla="*/ 1 h 2148"/>
                  <a:gd name="T82" fmla="*/ 1 w 1027"/>
                  <a:gd name="T83" fmla="*/ 1 h 2148"/>
                  <a:gd name="T84" fmla="*/ 1 w 1027"/>
                  <a:gd name="T85" fmla="*/ 1 h 2148"/>
                  <a:gd name="T86" fmla="*/ 1 w 1027"/>
                  <a:gd name="T87" fmla="*/ 1 h 2148"/>
                  <a:gd name="T88" fmla="*/ 1 w 1027"/>
                  <a:gd name="T89" fmla="*/ 1 h 2148"/>
                  <a:gd name="T90" fmla="*/ 1 w 1027"/>
                  <a:gd name="T91" fmla="*/ 1 h 2148"/>
                  <a:gd name="T92" fmla="*/ 1 w 1027"/>
                  <a:gd name="T93" fmla="*/ 1 h 2148"/>
                  <a:gd name="T94" fmla="*/ 1 w 1027"/>
                  <a:gd name="T95" fmla="*/ 1 h 2148"/>
                  <a:gd name="T96" fmla="*/ 1 w 1027"/>
                  <a:gd name="T97" fmla="*/ 1 h 2148"/>
                  <a:gd name="T98" fmla="*/ 1 w 1027"/>
                  <a:gd name="T99" fmla="*/ 1 h 2148"/>
                  <a:gd name="T100" fmla="*/ 1 w 1027"/>
                  <a:gd name="T101" fmla="*/ 1 h 2148"/>
                  <a:gd name="T102" fmla="*/ 1 w 1027"/>
                  <a:gd name="T103" fmla="*/ 1 h 2148"/>
                  <a:gd name="T104" fmla="*/ 1 w 1027"/>
                  <a:gd name="T105" fmla="*/ 1 h 2148"/>
                  <a:gd name="T106" fmla="*/ 1 w 1027"/>
                  <a:gd name="T107" fmla="*/ 1 h 2148"/>
                  <a:gd name="T108" fmla="*/ 1 w 1027"/>
                  <a:gd name="T109" fmla="*/ 1 h 2148"/>
                  <a:gd name="T110" fmla="*/ 1 w 1027"/>
                  <a:gd name="T111" fmla="*/ 1 h 2148"/>
                  <a:gd name="T112" fmla="*/ 1 w 1027"/>
                  <a:gd name="T113" fmla="*/ 1 h 2148"/>
                  <a:gd name="T114" fmla="*/ 0 w 1027"/>
                  <a:gd name="T115" fmla="*/ 1 h 2148"/>
                  <a:gd name="T116" fmla="*/ 0 w 1027"/>
                  <a:gd name="T117" fmla="*/ 1 h 2148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w 1027"/>
                  <a:gd name="T178" fmla="*/ 0 h 2148"/>
                  <a:gd name="T179" fmla="*/ 1027 w 1027"/>
                  <a:gd name="T180" fmla="*/ 2148 h 2148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T177" t="T178" r="T179" b="T180"/>
                <a:pathLst>
                  <a:path w="1027" h="2148">
                    <a:moveTo>
                      <a:pt x="0" y="469"/>
                    </a:moveTo>
                    <a:lnTo>
                      <a:pt x="59" y="795"/>
                    </a:lnTo>
                    <a:lnTo>
                      <a:pt x="56" y="1570"/>
                    </a:lnTo>
                    <a:lnTo>
                      <a:pt x="68" y="1857"/>
                    </a:lnTo>
                    <a:lnTo>
                      <a:pt x="48" y="2108"/>
                    </a:lnTo>
                    <a:lnTo>
                      <a:pt x="590" y="2148"/>
                    </a:lnTo>
                    <a:lnTo>
                      <a:pt x="960" y="2100"/>
                    </a:lnTo>
                    <a:lnTo>
                      <a:pt x="960" y="925"/>
                    </a:lnTo>
                    <a:lnTo>
                      <a:pt x="987" y="150"/>
                    </a:lnTo>
                    <a:lnTo>
                      <a:pt x="1027" y="0"/>
                    </a:lnTo>
                    <a:lnTo>
                      <a:pt x="885" y="118"/>
                    </a:lnTo>
                    <a:lnTo>
                      <a:pt x="932" y="185"/>
                    </a:lnTo>
                    <a:lnTo>
                      <a:pt x="853" y="311"/>
                    </a:lnTo>
                    <a:lnTo>
                      <a:pt x="905" y="374"/>
                    </a:lnTo>
                    <a:lnTo>
                      <a:pt x="803" y="493"/>
                    </a:lnTo>
                    <a:lnTo>
                      <a:pt x="893" y="515"/>
                    </a:lnTo>
                    <a:lnTo>
                      <a:pt x="740" y="713"/>
                    </a:lnTo>
                    <a:lnTo>
                      <a:pt x="850" y="780"/>
                    </a:lnTo>
                    <a:lnTo>
                      <a:pt x="716" y="905"/>
                    </a:lnTo>
                    <a:lnTo>
                      <a:pt x="865" y="964"/>
                    </a:lnTo>
                    <a:lnTo>
                      <a:pt x="724" y="1098"/>
                    </a:lnTo>
                    <a:lnTo>
                      <a:pt x="889" y="1117"/>
                    </a:lnTo>
                    <a:lnTo>
                      <a:pt x="747" y="1236"/>
                    </a:lnTo>
                    <a:lnTo>
                      <a:pt x="865" y="1279"/>
                    </a:lnTo>
                    <a:lnTo>
                      <a:pt x="708" y="1397"/>
                    </a:lnTo>
                    <a:lnTo>
                      <a:pt x="846" y="1448"/>
                    </a:lnTo>
                    <a:lnTo>
                      <a:pt x="708" y="1574"/>
                    </a:lnTo>
                    <a:lnTo>
                      <a:pt x="877" y="1629"/>
                    </a:lnTo>
                    <a:lnTo>
                      <a:pt x="704" y="1790"/>
                    </a:lnTo>
                    <a:lnTo>
                      <a:pt x="877" y="1814"/>
                    </a:lnTo>
                    <a:lnTo>
                      <a:pt x="736" y="1896"/>
                    </a:lnTo>
                    <a:lnTo>
                      <a:pt x="881" y="1955"/>
                    </a:lnTo>
                    <a:lnTo>
                      <a:pt x="626" y="2062"/>
                    </a:lnTo>
                    <a:lnTo>
                      <a:pt x="559" y="2038"/>
                    </a:lnTo>
                    <a:lnTo>
                      <a:pt x="547" y="838"/>
                    </a:lnTo>
                    <a:lnTo>
                      <a:pt x="587" y="705"/>
                    </a:lnTo>
                    <a:lnTo>
                      <a:pt x="311" y="791"/>
                    </a:lnTo>
                    <a:lnTo>
                      <a:pt x="437" y="897"/>
                    </a:lnTo>
                    <a:lnTo>
                      <a:pt x="272" y="1011"/>
                    </a:lnTo>
                    <a:lnTo>
                      <a:pt x="425" y="1113"/>
                    </a:lnTo>
                    <a:lnTo>
                      <a:pt x="292" y="1196"/>
                    </a:lnTo>
                    <a:lnTo>
                      <a:pt x="456" y="1322"/>
                    </a:lnTo>
                    <a:lnTo>
                      <a:pt x="288" y="1397"/>
                    </a:lnTo>
                    <a:lnTo>
                      <a:pt x="434" y="1542"/>
                    </a:lnTo>
                    <a:lnTo>
                      <a:pt x="272" y="1594"/>
                    </a:lnTo>
                    <a:lnTo>
                      <a:pt x="437" y="1708"/>
                    </a:lnTo>
                    <a:lnTo>
                      <a:pt x="272" y="1723"/>
                    </a:lnTo>
                    <a:lnTo>
                      <a:pt x="453" y="1888"/>
                    </a:lnTo>
                    <a:lnTo>
                      <a:pt x="300" y="1916"/>
                    </a:lnTo>
                    <a:lnTo>
                      <a:pt x="449" y="2054"/>
                    </a:lnTo>
                    <a:lnTo>
                      <a:pt x="123" y="2046"/>
                    </a:lnTo>
                    <a:lnTo>
                      <a:pt x="107" y="1849"/>
                    </a:lnTo>
                    <a:lnTo>
                      <a:pt x="104" y="1400"/>
                    </a:lnTo>
                    <a:lnTo>
                      <a:pt x="107" y="811"/>
                    </a:lnTo>
                    <a:lnTo>
                      <a:pt x="56" y="519"/>
                    </a:lnTo>
                    <a:lnTo>
                      <a:pt x="205" y="493"/>
                    </a:lnTo>
                    <a:lnTo>
                      <a:pt x="72" y="452"/>
                    </a:lnTo>
                    <a:lnTo>
                      <a:pt x="0" y="469"/>
                    </a:lnTo>
                    <a:close/>
                  </a:path>
                </a:pathLst>
              </a:custGeom>
              <a:solidFill>
                <a:srgbClr val="C0C0C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" name="Freeform 127"/>
              <p:cNvSpPr>
                <a:spLocks/>
              </p:cNvSpPr>
              <p:nvPr/>
            </p:nvSpPr>
            <p:spPr bwMode="auto">
              <a:xfrm>
                <a:off x="4022" y="2557"/>
                <a:ext cx="197" cy="215"/>
              </a:xfrm>
              <a:custGeom>
                <a:avLst/>
                <a:gdLst>
                  <a:gd name="T0" fmla="*/ 1 w 394"/>
                  <a:gd name="T1" fmla="*/ 0 h 430"/>
                  <a:gd name="T2" fmla="*/ 1 w 394"/>
                  <a:gd name="T3" fmla="*/ 1 h 430"/>
                  <a:gd name="T4" fmla="*/ 1 w 394"/>
                  <a:gd name="T5" fmla="*/ 1 h 430"/>
                  <a:gd name="T6" fmla="*/ 1 w 394"/>
                  <a:gd name="T7" fmla="*/ 1 h 430"/>
                  <a:gd name="T8" fmla="*/ 1 w 394"/>
                  <a:gd name="T9" fmla="*/ 1 h 430"/>
                  <a:gd name="T10" fmla="*/ 1 w 394"/>
                  <a:gd name="T11" fmla="*/ 1 h 430"/>
                  <a:gd name="T12" fmla="*/ 0 w 394"/>
                  <a:gd name="T13" fmla="*/ 1 h 430"/>
                  <a:gd name="T14" fmla="*/ 1 w 394"/>
                  <a:gd name="T15" fmla="*/ 1 h 430"/>
                  <a:gd name="T16" fmla="*/ 1 w 394"/>
                  <a:gd name="T17" fmla="*/ 1 h 430"/>
                  <a:gd name="T18" fmla="*/ 1 w 394"/>
                  <a:gd name="T19" fmla="*/ 1 h 430"/>
                  <a:gd name="T20" fmla="*/ 1 w 394"/>
                  <a:gd name="T21" fmla="*/ 1 h 430"/>
                  <a:gd name="T22" fmla="*/ 1 w 394"/>
                  <a:gd name="T23" fmla="*/ 1 h 430"/>
                  <a:gd name="T24" fmla="*/ 1 w 394"/>
                  <a:gd name="T25" fmla="*/ 1 h 430"/>
                  <a:gd name="T26" fmla="*/ 1 w 394"/>
                  <a:gd name="T27" fmla="*/ 1 h 430"/>
                  <a:gd name="T28" fmla="*/ 1 w 394"/>
                  <a:gd name="T29" fmla="*/ 1 h 430"/>
                  <a:gd name="T30" fmla="*/ 1 w 394"/>
                  <a:gd name="T31" fmla="*/ 1 h 430"/>
                  <a:gd name="T32" fmla="*/ 1 w 394"/>
                  <a:gd name="T33" fmla="*/ 1 h 430"/>
                  <a:gd name="T34" fmla="*/ 1 w 394"/>
                  <a:gd name="T35" fmla="*/ 0 h 430"/>
                  <a:gd name="T36" fmla="*/ 1 w 394"/>
                  <a:gd name="T37" fmla="*/ 0 h 43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394"/>
                  <a:gd name="T58" fmla="*/ 0 h 430"/>
                  <a:gd name="T59" fmla="*/ 394 w 394"/>
                  <a:gd name="T60" fmla="*/ 430 h 430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394" h="430">
                    <a:moveTo>
                      <a:pt x="321" y="0"/>
                    </a:moveTo>
                    <a:lnTo>
                      <a:pt x="301" y="56"/>
                    </a:lnTo>
                    <a:lnTo>
                      <a:pt x="182" y="229"/>
                    </a:lnTo>
                    <a:lnTo>
                      <a:pt x="39" y="340"/>
                    </a:lnTo>
                    <a:lnTo>
                      <a:pt x="78" y="366"/>
                    </a:lnTo>
                    <a:lnTo>
                      <a:pt x="76" y="387"/>
                    </a:lnTo>
                    <a:lnTo>
                      <a:pt x="0" y="419"/>
                    </a:lnTo>
                    <a:lnTo>
                      <a:pt x="68" y="430"/>
                    </a:lnTo>
                    <a:lnTo>
                      <a:pt x="121" y="395"/>
                    </a:lnTo>
                    <a:lnTo>
                      <a:pt x="117" y="352"/>
                    </a:lnTo>
                    <a:lnTo>
                      <a:pt x="103" y="330"/>
                    </a:lnTo>
                    <a:lnTo>
                      <a:pt x="189" y="268"/>
                    </a:lnTo>
                    <a:lnTo>
                      <a:pt x="280" y="129"/>
                    </a:lnTo>
                    <a:lnTo>
                      <a:pt x="328" y="48"/>
                    </a:lnTo>
                    <a:lnTo>
                      <a:pt x="353" y="53"/>
                    </a:lnTo>
                    <a:lnTo>
                      <a:pt x="394" y="41"/>
                    </a:lnTo>
                    <a:lnTo>
                      <a:pt x="347" y="36"/>
                    </a:lnTo>
                    <a:lnTo>
                      <a:pt x="321" y="0"/>
                    </a:lnTo>
                    <a:close/>
                  </a:path>
                </a:pathLst>
              </a:custGeom>
              <a:solidFill>
                <a:srgbClr val="C0C0C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" name="Freeform 128"/>
              <p:cNvSpPr>
                <a:spLocks/>
              </p:cNvSpPr>
              <p:nvPr/>
            </p:nvSpPr>
            <p:spPr bwMode="auto">
              <a:xfrm>
                <a:off x="4013" y="2538"/>
                <a:ext cx="300" cy="277"/>
              </a:xfrm>
              <a:custGeom>
                <a:avLst/>
                <a:gdLst>
                  <a:gd name="T0" fmla="*/ 1 w 599"/>
                  <a:gd name="T1" fmla="*/ 1 h 554"/>
                  <a:gd name="T2" fmla="*/ 1 w 599"/>
                  <a:gd name="T3" fmla="*/ 1 h 554"/>
                  <a:gd name="T4" fmla="*/ 1 w 599"/>
                  <a:gd name="T5" fmla="*/ 1 h 554"/>
                  <a:gd name="T6" fmla="*/ 1 w 599"/>
                  <a:gd name="T7" fmla="*/ 0 h 554"/>
                  <a:gd name="T8" fmla="*/ 1 w 599"/>
                  <a:gd name="T9" fmla="*/ 1 h 554"/>
                  <a:gd name="T10" fmla="*/ 1 w 599"/>
                  <a:gd name="T11" fmla="*/ 1 h 554"/>
                  <a:gd name="T12" fmla="*/ 1 w 599"/>
                  <a:gd name="T13" fmla="*/ 1 h 554"/>
                  <a:gd name="T14" fmla="*/ 1 w 599"/>
                  <a:gd name="T15" fmla="*/ 1 h 554"/>
                  <a:gd name="T16" fmla="*/ 1 w 599"/>
                  <a:gd name="T17" fmla="*/ 1 h 554"/>
                  <a:gd name="T18" fmla="*/ 1 w 599"/>
                  <a:gd name="T19" fmla="*/ 1 h 554"/>
                  <a:gd name="T20" fmla="*/ 1 w 599"/>
                  <a:gd name="T21" fmla="*/ 1 h 554"/>
                  <a:gd name="T22" fmla="*/ 1 w 599"/>
                  <a:gd name="T23" fmla="*/ 1 h 554"/>
                  <a:gd name="T24" fmla="*/ 1 w 599"/>
                  <a:gd name="T25" fmla="*/ 1 h 554"/>
                  <a:gd name="T26" fmla="*/ 1 w 599"/>
                  <a:gd name="T27" fmla="*/ 1 h 554"/>
                  <a:gd name="T28" fmla="*/ 0 w 599"/>
                  <a:gd name="T29" fmla="*/ 1 h 554"/>
                  <a:gd name="T30" fmla="*/ 1 w 599"/>
                  <a:gd name="T31" fmla="*/ 1 h 554"/>
                  <a:gd name="T32" fmla="*/ 1 w 599"/>
                  <a:gd name="T33" fmla="*/ 1 h 554"/>
                  <a:gd name="T34" fmla="*/ 1 w 599"/>
                  <a:gd name="T35" fmla="*/ 1 h 554"/>
                  <a:gd name="T36" fmla="*/ 1 w 599"/>
                  <a:gd name="T37" fmla="*/ 1 h 554"/>
                  <a:gd name="T38" fmla="*/ 1 w 599"/>
                  <a:gd name="T39" fmla="*/ 1 h 554"/>
                  <a:gd name="T40" fmla="*/ 1 w 599"/>
                  <a:gd name="T41" fmla="*/ 1 h 554"/>
                  <a:gd name="T42" fmla="*/ 1 w 599"/>
                  <a:gd name="T43" fmla="*/ 1 h 554"/>
                  <a:gd name="T44" fmla="*/ 1 w 599"/>
                  <a:gd name="T45" fmla="*/ 1 h 554"/>
                  <a:gd name="T46" fmla="*/ 1 w 599"/>
                  <a:gd name="T47" fmla="*/ 1 h 554"/>
                  <a:gd name="T48" fmla="*/ 1 w 599"/>
                  <a:gd name="T49" fmla="*/ 1 h 554"/>
                  <a:gd name="T50" fmla="*/ 1 w 599"/>
                  <a:gd name="T51" fmla="*/ 1 h 554"/>
                  <a:gd name="T52" fmla="*/ 1 w 599"/>
                  <a:gd name="T53" fmla="*/ 1 h 554"/>
                  <a:gd name="T54" fmla="*/ 1 w 599"/>
                  <a:gd name="T55" fmla="*/ 1 h 554"/>
                  <a:gd name="T56" fmla="*/ 1 w 599"/>
                  <a:gd name="T57" fmla="*/ 1 h 554"/>
                  <a:gd name="T58" fmla="*/ 1 w 599"/>
                  <a:gd name="T59" fmla="*/ 1 h 554"/>
                  <a:gd name="T60" fmla="*/ 1 w 599"/>
                  <a:gd name="T61" fmla="*/ 1 h 554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599"/>
                  <a:gd name="T94" fmla="*/ 0 h 554"/>
                  <a:gd name="T95" fmla="*/ 599 w 599"/>
                  <a:gd name="T96" fmla="*/ 554 h 554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599" h="554">
                    <a:moveTo>
                      <a:pt x="339" y="38"/>
                    </a:moveTo>
                    <a:lnTo>
                      <a:pt x="377" y="53"/>
                    </a:lnTo>
                    <a:lnTo>
                      <a:pt x="405" y="37"/>
                    </a:lnTo>
                    <a:lnTo>
                      <a:pt x="408" y="0"/>
                    </a:lnTo>
                    <a:lnTo>
                      <a:pt x="554" y="42"/>
                    </a:lnTo>
                    <a:lnTo>
                      <a:pt x="544" y="67"/>
                    </a:lnTo>
                    <a:lnTo>
                      <a:pt x="549" y="94"/>
                    </a:lnTo>
                    <a:lnTo>
                      <a:pt x="599" y="112"/>
                    </a:lnTo>
                    <a:lnTo>
                      <a:pt x="475" y="232"/>
                    </a:lnTo>
                    <a:lnTo>
                      <a:pt x="311" y="507"/>
                    </a:lnTo>
                    <a:lnTo>
                      <a:pt x="254" y="493"/>
                    </a:lnTo>
                    <a:lnTo>
                      <a:pt x="219" y="521"/>
                    </a:lnTo>
                    <a:lnTo>
                      <a:pt x="215" y="554"/>
                    </a:lnTo>
                    <a:lnTo>
                      <a:pt x="150" y="503"/>
                    </a:lnTo>
                    <a:lnTo>
                      <a:pt x="0" y="460"/>
                    </a:lnTo>
                    <a:lnTo>
                      <a:pt x="53" y="447"/>
                    </a:lnTo>
                    <a:lnTo>
                      <a:pt x="139" y="460"/>
                    </a:lnTo>
                    <a:lnTo>
                      <a:pt x="200" y="497"/>
                    </a:lnTo>
                    <a:lnTo>
                      <a:pt x="219" y="464"/>
                    </a:lnTo>
                    <a:lnTo>
                      <a:pt x="250" y="450"/>
                    </a:lnTo>
                    <a:lnTo>
                      <a:pt x="297" y="457"/>
                    </a:lnTo>
                    <a:lnTo>
                      <a:pt x="358" y="361"/>
                    </a:lnTo>
                    <a:lnTo>
                      <a:pt x="462" y="199"/>
                    </a:lnTo>
                    <a:lnTo>
                      <a:pt x="539" y="124"/>
                    </a:lnTo>
                    <a:lnTo>
                      <a:pt x="508" y="106"/>
                    </a:lnTo>
                    <a:lnTo>
                      <a:pt x="515" y="60"/>
                    </a:lnTo>
                    <a:lnTo>
                      <a:pt x="436" y="32"/>
                    </a:lnTo>
                    <a:lnTo>
                      <a:pt x="412" y="79"/>
                    </a:lnTo>
                    <a:lnTo>
                      <a:pt x="371" y="91"/>
                    </a:lnTo>
                    <a:lnTo>
                      <a:pt x="339" y="38"/>
                    </a:lnTo>
                    <a:close/>
                  </a:path>
                </a:pathLst>
              </a:custGeom>
              <a:solidFill>
                <a:srgbClr val="C0C0C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" name="Freeform 129"/>
              <p:cNvSpPr>
                <a:spLocks/>
              </p:cNvSpPr>
              <p:nvPr/>
            </p:nvSpPr>
            <p:spPr bwMode="auto">
              <a:xfrm>
                <a:off x="4136" y="2667"/>
                <a:ext cx="63" cy="39"/>
              </a:xfrm>
              <a:custGeom>
                <a:avLst/>
                <a:gdLst>
                  <a:gd name="T0" fmla="*/ 0 w 127"/>
                  <a:gd name="T1" fmla="*/ 0 h 79"/>
                  <a:gd name="T2" fmla="*/ 0 w 127"/>
                  <a:gd name="T3" fmla="*/ 0 h 79"/>
                  <a:gd name="T4" fmla="*/ 0 w 127"/>
                  <a:gd name="T5" fmla="*/ 0 h 79"/>
                  <a:gd name="T6" fmla="*/ 0 w 127"/>
                  <a:gd name="T7" fmla="*/ 0 h 79"/>
                  <a:gd name="T8" fmla="*/ 0 w 127"/>
                  <a:gd name="T9" fmla="*/ 0 h 79"/>
                  <a:gd name="T10" fmla="*/ 0 w 127"/>
                  <a:gd name="T11" fmla="*/ 0 h 79"/>
                  <a:gd name="T12" fmla="*/ 0 w 127"/>
                  <a:gd name="T13" fmla="*/ 0 h 79"/>
                  <a:gd name="T14" fmla="*/ 0 w 127"/>
                  <a:gd name="T15" fmla="*/ 0 h 79"/>
                  <a:gd name="T16" fmla="*/ 0 w 127"/>
                  <a:gd name="T17" fmla="*/ 0 h 79"/>
                  <a:gd name="T18" fmla="*/ 0 w 127"/>
                  <a:gd name="T19" fmla="*/ 0 h 79"/>
                  <a:gd name="T20" fmla="*/ 0 w 127"/>
                  <a:gd name="T21" fmla="*/ 0 h 7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27"/>
                  <a:gd name="T34" fmla="*/ 0 h 79"/>
                  <a:gd name="T35" fmla="*/ 127 w 127"/>
                  <a:gd name="T36" fmla="*/ 79 h 79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27" h="79">
                    <a:moveTo>
                      <a:pt x="13" y="0"/>
                    </a:moveTo>
                    <a:lnTo>
                      <a:pt x="21" y="29"/>
                    </a:lnTo>
                    <a:lnTo>
                      <a:pt x="61" y="52"/>
                    </a:lnTo>
                    <a:lnTo>
                      <a:pt x="90" y="56"/>
                    </a:lnTo>
                    <a:lnTo>
                      <a:pt x="127" y="42"/>
                    </a:lnTo>
                    <a:lnTo>
                      <a:pt x="98" y="79"/>
                    </a:lnTo>
                    <a:lnTo>
                      <a:pt x="40" y="79"/>
                    </a:lnTo>
                    <a:lnTo>
                      <a:pt x="8" y="55"/>
                    </a:lnTo>
                    <a:lnTo>
                      <a:pt x="0" y="24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C0C0C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" name="Freeform 130"/>
              <p:cNvSpPr>
                <a:spLocks/>
              </p:cNvSpPr>
              <p:nvPr/>
            </p:nvSpPr>
            <p:spPr bwMode="auto">
              <a:xfrm>
                <a:off x="4160" y="2623"/>
                <a:ext cx="69" cy="35"/>
              </a:xfrm>
              <a:custGeom>
                <a:avLst/>
                <a:gdLst>
                  <a:gd name="T0" fmla="*/ 0 w 138"/>
                  <a:gd name="T1" fmla="*/ 0 h 71"/>
                  <a:gd name="T2" fmla="*/ 1 w 138"/>
                  <a:gd name="T3" fmla="*/ 0 h 71"/>
                  <a:gd name="T4" fmla="*/ 1 w 138"/>
                  <a:gd name="T5" fmla="*/ 0 h 71"/>
                  <a:gd name="T6" fmla="*/ 1 w 138"/>
                  <a:gd name="T7" fmla="*/ 0 h 71"/>
                  <a:gd name="T8" fmla="*/ 1 w 138"/>
                  <a:gd name="T9" fmla="*/ 0 h 71"/>
                  <a:gd name="T10" fmla="*/ 1 w 138"/>
                  <a:gd name="T11" fmla="*/ 0 h 71"/>
                  <a:gd name="T12" fmla="*/ 1 w 138"/>
                  <a:gd name="T13" fmla="*/ 0 h 71"/>
                  <a:gd name="T14" fmla="*/ 1 w 138"/>
                  <a:gd name="T15" fmla="*/ 0 h 71"/>
                  <a:gd name="T16" fmla="*/ 1 w 138"/>
                  <a:gd name="T17" fmla="*/ 0 h 71"/>
                  <a:gd name="T18" fmla="*/ 1 w 138"/>
                  <a:gd name="T19" fmla="*/ 0 h 71"/>
                  <a:gd name="T20" fmla="*/ 1 w 138"/>
                  <a:gd name="T21" fmla="*/ 0 h 71"/>
                  <a:gd name="T22" fmla="*/ 0 w 138"/>
                  <a:gd name="T23" fmla="*/ 0 h 71"/>
                  <a:gd name="T24" fmla="*/ 0 w 138"/>
                  <a:gd name="T25" fmla="*/ 0 h 7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38"/>
                  <a:gd name="T40" fmla="*/ 0 h 71"/>
                  <a:gd name="T41" fmla="*/ 138 w 138"/>
                  <a:gd name="T42" fmla="*/ 71 h 71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38" h="71">
                    <a:moveTo>
                      <a:pt x="0" y="38"/>
                    </a:moveTo>
                    <a:lnTo>
                      <a:pt x="29" y="24"/>
                    </a:lnTo>
                    <a:lnTo>
                      <a:pt x="65" y="24"/>
                    </a:lnTo>
                    <a:lnTo>
                      <a:pt x="90" y="31"/>
                    </a:lnTo>
                    <a:lnTo>
                      <a:pt x="110" y="44"/>
                    </a:lnTo>
                    <a:lnTo>
                      <a:pt x="117" y="71"/>
                    </a:lnTo>
                    <a:lnTo>
                      <a:pt x="138" y="48"/>
                    </a:lnTo>
                    <a:lnTo>
                      <a:pt x="120" y="28"/>
                    </a:lnTo>
                    <a:lnTo>
                      <a:pt x="78" y="0"/>
                    </a:lnTo>
                    <a:lnTo>
                      <a:pt x="37" y="0"/>
                    </a:lnTo>
                    <a:lnTo>
                      <a:pt x="19" y="6"/>
                    </a:lnTo>
                    <a:lnTo>
                      <a:pt x="0" y="38"/>
                    </a:lnTo>
                    <a:close/>
                  </a:path>
                </a:pathLst>
              </a:custGeom>
              <a:solidFill>
                <a:srgbClr val="C0C0C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6" name="Group 132"/>
            <p:cNvGrpSpPr>
              <a:grpSpLocks/>
            </p:cNvGrpSpPr>
            <p:nvPr/>
          </p:nvGrpSpPr>
          <p:grpSpPr bwMode="auto">
            <a:xfrm>
              <a:off x="1143000" y="2590800"/>
              <a:ext cx="628650" cy="1987550"/>
              <a:chOff x="945" y="2006"/>
              <a:chExt cx="613" cy="1973"/>
            </a:xfrm>
          </p:grpSpPr>
          <p:sp>
            <p:nvSpPr>
              <p:cNvPr id="30" name="Freeform 133"/>
              <p:cNvSpPr>
                <a:spLocks/>
              </p:cNvSpPr>
              <p:nvPr/>
            </p:nvSpPr>
            <p:spPr bwMode="auto">
              <a:xfrm>
                <a:off x="1278" y="2735"/>
                <a:ext cx="170" cy="122"/>
              </a:xfrm>
              <a:custGeom>
                <a:avLst/>
                <a:gdLst>
                  <a:gd name="T0" fmla="*/ 1 w 340"/>
                  <a:gd name="T1" fmla="*/ 0 h 245"/>
                  <a:gd name="T2" fmla="*/ 1 w 340"/>
                  <a:gd name="T3" fmla="*/ 0 h 245"/>
                  <a:gd name="T4" fmla="*/ 1 w 340"/>
                  <a:gd name="T5" fmla="*/ 0 h 245"/>
                  <a:gd name="T6" fmla="*/ 1 w 340"/>
                  <a:gd name="T7" fmla="*/ 0 h 245"/>
                  <a:gd name="T8" fmla="*/ 1 w 340"/>
                  <a:gd name="T9" fmla="*/ 0 h 245"/>
                  <a:gd name="T10" fmla="*/ 0 w 340"/>
                  <a:gd name="T11" fmla="*/ 0 h 245"/>
                  <a:gd name="T12" fmla="*/ 1 w 340"/>
                  <a:gd name="T13" fmla="*/ 0 h 245"/>
                  <a:gd name="T14" fmla="*/ 1 w 340"/>
                  <a:gd name="T15" fmla="*/ 0 h 245"/>
                  <a:gd name="T16" fmla="*/ 1 w 340"/>
                  <a:gd name="T17" fmla="*/ 0 h 24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340"/>
                  <a:gd name="T28" fmla="*/ 0 h 245"/>
                  <a:gd name="T29" fmla="*/ 340 w 340"/>
                  <a:gd name="T30" fmla="*/ 245 h 245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340" h="245">
                    <a:moveTo>
                      <a:pt x="125" y="38"/>
                    </a:moveTo>
                    <a:lnTo>
                      <a:pt x="211" y="0"/>
                    </a:lnTo>
                    <a:lnTo>
                      <a:pt x="281" y="59"/>
                    </a:lnTo>
                    <a:lnTo>
                      <a:pt x="340" y="162"/>
                    </a:lnTo>
                    <a:lnTo>
                      <a:pt x="220" y="245"/>
                    </a:lnTo>
                    <a:lnTo>
                      <a:pt x="0" y="196"/>
                    </a:lnTo>
                    <a:lnTo>
                      <a:pt x="39" y="55"/>
                    </a:lnTo>
                    <a:lnTo>
                      <a:pt x="125" y="38"/>
                    </a:lnTo>
                    <a:close/>
                  </a:path>
                </a:pathLst>
              </a:custGeom>
              <a:solidFill>
                <a:srgbClr val="C0C0C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34"/>
              <p:cNvSpPr>
                <a:spLocks/>
              </p:cNvSpPr>
              <p:nvPr/>
            </p:nvSpPr>
            <p:spPr bwMode="auto">
              <a:xfrm>
                <a:off x="1228" y="3487"/>
                <a:ext cx="206" cy="442"/>
              </a:xfrm>
              <a:custGeom>
                <a:avLst/>
                <a:gdLst>
                  <a:gd name="T0" fmla="*/ 1 w 412"/>
                  <a:gd name="T1" fmla="*/ 1 h 884"/>
                  <a:gd name="T2" fmla="*/ 1 w 412"/>
                  <a:gd name="T3" fmla="*/ 0 h 884"/>
                  <a:gd name="T4" fmla="*/ 0 w 412"/>
                  <a:gd name="T5" fmla="*/ 1 h 884"/>
                  <a:gd name="T6" fmla="*/ 1 w 412"/>
                  <a:gd name="T7" fmla="*/ 1 h 884"/>
                  <a:gd name="T8" fmla="*/ 1 w 412"/>
                  <a:gd name="T9" fmla="*/ 1 h 884"/>
                  <a:gd name="T10" fmla="*/ 1 w 412"/>
                  <a:gd name="T11" fmla="*/ 1 h 884"/>
                  <a:gd name="T12" fmla="*/ 1 w 412"/>
                  <a:gd name="T13" fmla="*/ 1 h 884"/>
                  <a:gd name="T14" fmla="*/ 1 w 412"/>
                  <a:gd name="T15" fmla="*/ 1 h 88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412"/>
                  <a:gd name="T25" fmla="*/ 0 h 884"/>
                  <a:gd name="T26" fmla="*/ 412 w 412"/>
                  <a:gd name="T27" fmla="*/ 884 h 88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412" h="884">
                    <a:moveTo>
                      <a:pt x="412" y="884"/>
                    </a:moveTo>
                    <a:lnTo>
                      <a:pt x="216" y="0"/>
                    </a:lnTo>
                    <a:lnTo>
                      <a:pt x="0" y="70"/>
                    </a:lnTo>
                    <a:lnTo>
                      <a:pt x="40" y="186"/>
                    </a:lnTo>
                    <a:lnTo>
                      <a:pt x="146" y="340"/>
                    </a:lnTo>
                    <a:lnTo>
                      <a:pt x="348" y="859"/>
                    </a:lnTo>
                    <a:lnTo>
                      <a:pt x="412" y="884"/>
                    </a:lnTo>
                    <a:close/>
                  </a:path>
                </a:pathLst>
              </a:custGeom>
              <a:solidFill>
                <a:srgbClr val="C0C0C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Freeform 135"/>
              <p:cNvSpPr>
                <a:spLocks/>
              </p:cNvSpPr>
              <p:nvPr/>
            </p:nvSpPr>
            <p:spPr bwMode="auto">
              <a:xfrm>
                <a:off x="1209" y="3508"/>
                <a:ext cx="216" cy="419"/>
              </a:xfrm>
              <a:custGeom>
                <a:avLst/>
                <a:gdLst>
                  <a:gd name="T0" fmla="*/ 0 w 431"/>
                  <a:gd name="T1" fmla="*/ 1 h 836"/>
                  <a:gd name="T2" fmla="*/ 0 w 431"/>
                  <a:gd name="T3" fmla="*/ 1 h 836"/>
                  <a:gd name="T4" fmla="*/ 1 w 431"/>
                  <a:gd name="T5" fmla="*/ 1 h 836"/>
                  <a:gd name="T6" fmla="*/ 1 w 431"/>
                  <a:gd name="T7" fmla="*/ 1 h 836"/>
                  <a:gd name="T8" fmla="*/ 1 w 431"/>
                  <a:gd name="T9" fmla="*/ 1 h 836"/>
                  <a:gd name="T10" fmla="*/ 1 w 431"/>
                  <a:gd name="T11" fmla="*/ 1 h 836"/>
                  <a:gd name="T12" fmla="*/ 1 w 431"/>
                  <a:gd name="T13" fmla="*/ 1 h 836"/>
                  <a:gd name="T14" fmla="*/ 1 w 431"/>
                  <a:gd name="T15" fmla="*/ 1 h 836"/>
                  <a:gd name="T16" fmla="*/ 1 w 431"/>
                  <a:gd name="T17" fmla="*/ 1 h 836"/>
                  <a:gd name="T18" fmla="*/ 1 w 431"/>
                  <a:gd name="T19" fmla="*/ 1 h 836"/>
                  <a:gd name="T20" fmla="*/ 1 w 431"/>
                  <a:gd name="T21" fmla="*/ 1 h 836"/>
                  <a:gd name="T22" fmla="*/ 1 w 431"/>
                  <a:gd name="T23" fmla="*/ 1 h 836"/>
                  <a:gd name="T24" fmla="*/ 1 w 431"/>
                  <a:gd name="T25" fmla="*/ 1 h 836"/>
                  <a:gd name="T26" fmla="*/ 1 w 431"/>
                  <a:gd name="T27" fmla="*/ 1 h 836"/>
                  <a:gd name="T28" fmla="*/ 1 w 431"/>
                  <a:gd name="T29" fmla="*/ 1 h 836"/>
                  <a:gd name="T30" fmla="*/ 1 w 431"/>
                  <a:gd name="T31" fmla="*/ 1 h 836"/>
                  <a:gd name="T32" fmla="*/ 1 w 431"/>
                  <a:gd name="T33" fmla="*/ 1 h 836"/>
                  <a:gd name="T34" fmla="*/ 1 w 431"/>
                  <a:gd name="T35" fmla="*/ 1 h 836"/>
                  <a:gd name="T36" fmla="*/ 1 w 431"/>
                  <a:gd name="T37" fmla="*/ 1 h 836"/>
                  <a:gd name="T38" fmla="*/ 1 w 431"/>
                  <a:gd name="T39" fmla="*/ 1 h 836"/>
                  <a:gd name="T40" fmla="*/ 1 w 431"/>
                  <a:gd name="T41" fmla="*/ 1 h 836"/>
                  <a:gd name="T42" fmla="*/ 1 w 431"/>
                  <a:gd name="T43" fmla="*/ 1 h 836"/>
                  <a:gd name="T44" fmla="*/ 1 w 431"/>
                  <a:gd name="T45" fmla="*/ 1 h 836"/>
                  <a:gd name="T46" fmla="*/ 1 w 431"/>
                  <a:gd name="T47" fmla="*/ 1 h 836"/>
                  <a:gd name="T48" fmla="*/ 1 w 431"/>
                  <a:gd name="T49" fmla="*/ 1 h 836"/>
                  <a:gd name="T50" fmla="*/ 1 w 431"/>
                  <a:gd name="T51" fmla="*/ 1 h 836"/>
                  <a:gd name="T52" fmla="*/ 1 w 431"/>
                  <a:gd name="T53" fmla="*/ 1 h 836"/>
                  <a:gd name="T54" fmla="*/ 1 w 431"/>
                  <a:gd name="T55" fmla="*/ 1 h 836"/>
                  <a:gd name="T56" fmla="*/ 1 w 431"/>
                  <a:gd name="T57" fmla="*/ 1 h 836"/>
                  <a:gd name="T58" fmla="*/ 1 w 431"/>
                  <a:gd name="T59" fmla="*/ 1 h 836"/>
                  <a:gd name="T60" fmla="*/ 1 w 431"/>
                  <a:gd name="T61" fmla="*/ 1 h 836"/>
                  <a:gd name="T62" fmla="*/ 1 w 431"/>
                  <a:gd name="T63" fmla="*/ 1 h 836"/>
                  <a:gd name="T64" fmla="*/ 1 w 431"/>
                  <a:gd name="T65" fmla="*/ 1 h 836"/>
                  <a:gd name="T66" fmla="*/ 1 w 431"/>
                  <a:gd name="T67" fmla="*/ 1 h 836"/>
                  <a:gd name="T68" fmla="*/ 1 w 431"/>
                  <a:gd name="T69" fmla="*/ 1 h 836"/>
                  <a:gd name="T70" fmla="*/ 1 w 431"/>
                  <a:gd name="T71" fmla="*/ 1 h 836"/>
                  <a:gd name="T72" fmla="*/ 1 w 431"/>
                  <a:gd name="T73" fmla="*/ 0 h 836"/>
                  <a:gd name="T74" fmla="*/ 0 w 431"/>
                  <a:gd name="T75" fmla="*/ 1 h 836"/>
                  <a:gd name="T76" fmla="*/ 0 w 431"/>
                  <a:gd name="T77" fmla="*/ 1 h 8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431"/>
                  <a:gd name="T118" fmla="*/ 0 h 836"/>
                  <a:gd name="T119" fmla="*/ 431 w 431"/>
                  <a:gd name="T120" fmla="*/ 836 h 836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431" h="836">
                    <a:moveTo>
                      <a:pt x="0" y="42"/>
                    </a:moveTo>
                    <a:lnTo>
                      <a:pt x="0" y="42"/>
                    </a:lnTo>
                    <a:lnTo>
                      <a:pt x="2" y="47"/>
                    </a:lnTo>
                    <a:lnTo>
                      <a:pt x="2" y="53"/>
                    </a:lnTo>
                    <a:lnTo>
                      <a:pt x="7" y="64"/>
                    </a:lnTo>
                    <a:lnTo>
                      <a:pt x="9" y="76"/>
                    </a:lnTo>
                    <a:lnTo>
                      <a:pt x="15" y="91"/>
                    </a:lnTo>
                    <a:lnTo>
                      <a:pt x="21" y="104"/>
                    </a:lnTo>
                    <a:lnTo>
                      <a:pt x="30" y="123"/>
                    </a:lnTo>
                    <a:lnTo>
                      <a:pt x="38" y="141"/>
                    </a:lnTo>
                    <a:lnTo>
                      <a:pt x="47" y="161"/>
                    </a:lnTo>
                    <a:lnTo>
                      <a:pt x="59" y="180"/>
                    </a:lnTo>
                    <a:lnTo>
                      <a:pt x="74" y="201"/>
                    </a:lnTo>
                    <a:lnTo>
                      <a:pt x="87" y="220"/>
                    </a:lnTo>
                    <a:lnTo>
                      <a:pt x="102" y="241"/>
                    </a:lnTo>
                    <a:lnTo>
                      <a:pt x="121" y="260"/>
                    </a:lnTo>
                    <a:lnTo>
                      <a:pt x="140" y="281"/>
                    </a:lnTo>
                    <a:lnTo>
                      <a:pt x="336" y="747"/>
                    </a:lnTo>
                    <a:lnTo>
                      <a:pt x="348" y="806"/>
                    </a:lnTo>
                    <a:lnTo>
                      <a:pt x="431" y="836"/>
                    </a:lnTo>
                    <a:lnTo>
                      <a:pt x="220" y="264"/>
                    </a:lnTo>
                    <a:lnTo>
                      <a:pt x="218" y="262"/>
                    </a:lnTo>
                    <a:lnTo>
                      <a:pt x="213" y="256"/>
                    </a:lnTo>
                    <a:lnTo>
                      <a:pt x="207" y="249"/>
                    </a:lnTo>
                    <a:lnTo>
                      <a:pt x="197" y="239"/>
                    </a:lnTo>
                    <a:lnTo>
                      <a:pt x="188" y="224"/>
                    </a:lnTo>
                    <a:lnTo>
                      <a:pt x="177" y="209"/>
                    </a:lnTo>
                    <a:lnTo>
                      <a:pt x="165" y="192"/>
                    </a:lnTo>
                    <a:lnTo>
                      <a:pt x="154" y="173"/>
                    </a:lnTo>
                    <a:lnTo>
                      <a:pt x="140" y="154"/>
                    </a:lnTo>
                    <a:lnTo>
                      <a:pt x="127" y="131"/>
                    </a:lnTo>
                    <a:lnTo>
                      <a:pt x="116" y="110"/>
                    </a:lnTo>
                    <a:lnTo>
                      <a:pt x="106" y="87"/>
                    </a:lnTo>
                    <a:lnTo>
                      <a:pt x="95" y="64"/>
                    </a:lnTo>
                    <a:lnTo>
                      <a:pt x="89" y="42"/>
                    </a:lnTo>
                    <a:lnTo>
                      <a:pt x="85" y="21"/>
                    </a:lnTo>
                    <a:lnTo>
                      <a:pt x="83" y="0"/>
                    </a:lnTo>
                    <a:lnTo>
                      <a:pt x="0" y="42"/>
                    </a:lnTo>
                    <a:close/>
                  </a:path>
                </a:pathLst>
              </a:custGeom>
              <a:solidFill>
                <a:srgbClr val="C0C0C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36"/>
              <p:cNvSpPr>
                <a:spLocks/>
              </p:cNvSpPr>
              <p:nvPr/>
            </p:nvSpPr>
            <p:spPr bwMode="auto">
              <a:xfrm>
                <a:off x="970" y="3527"/>
                <a:ext cx="143" cy="377"/>
              </a:xfrm>
              <a:custGeom>
                <a:avLst/>
                <a:gdLst>
                  <a:gd name="T0" fmla="*/ 1 w 285"/>
                  <a:gd name="T1" fmla="*/ 1 h 753"/>
                  <a:gd name="T2" fmla="*/ 1 w 285"/>
                  <a:gd name="T3" fmla="*/ 1 h 753"/>
                  <a:gd name="T4" fmla="*/ 1 w 285"/>
                  <a:gd name="T5" fmla="*/ 1 h 753"/>
                  <a:gd name="T6" fmla="*/ 1 w 285"/>
                  <a:gd name="T7" fmla="*/ 1 h 753"/>
                  <a:gd name="T8" fmla="*/ 1 w 285"/>
                  <a:gd name="T9" fmla="*/ 1 h 753"/>
                  <a:gd name="T10" fmla="*/ 1 w 285"/>
                  <a:gd name="T11" fmla="*/ 1 h 753"/>
                  <a:gd name="T12" fmla="*/ 1 w 285"/>
                  <a:gd name="T13" fmla="*/ 1 h 753"/>
                  <a:gd name="T14" fmla="*/ 1 w 285"/>
                  <a:gd name="T15" fmla="*/ 1 h 753"/>
                  <a:gd name="T16" fmla="*/ 1 w 285"/>
                  <a:gd name="T17" fmla="*/ 1 h 753"/>
                  <a:gd name="T18" fmla="*/ 1 w 285"/>
                  <a:gd name="T19" fmla="*/ 1 h 753"/>
                  <a:gd name="T20" fmla="*/ 1 w 285"/>
                  <a:gd name="T21" fmla="*/ 1 h 753"/>
                  <a:gd name="T22" fmla="*/ 1 w 285"/>
                  <a:gd name="T23" fmla="*/ 1 h 753"/>
                  <a:gd name="T24" fmla="*/ 1 w 285"/>
                  <a:gd name="T25" fmla="*/ 1 h 753"/>
                  <a:gd name="T26" fmla="*/ 1 w 285"/>
                  <a:gd name="T27" fmla="*/ 1 h 753"/>
                  <a:gd name="T28" fmla="*/ 1 w 285"/>
                  <a:gd name="T29" fmla="*/ 1 h 753"/>
                  <a:gd name="T30" fmla="*/ 1 w 285"/>
                  <a:gd name="T31" fmla="*/ 1 h 753"/>
                  <a:gd name="T32" fmla="*/ 1 w 285"/>
                  <a:gd name="T33" fmla="*/ 0 h 753"/>
                  <a:gd name="T34" fmla="*/ 1 w 285"/>
                  <a:gd name="T35" fmla="*/ 1 h 753"/>
                  <a:gd name="T36" fmla="*/ 1 w 285"/>
                  <a:gd name="T37" fmla="*/ 1 h 753"/>
                  <a:gd name="T38" fmla="*/ 0 w 285"/>
                  <a:gd name="T39" fmla="*/ 1 h 753"/>
                  <a:gd name="T40" fmla="*/ 1 w 285"/>
                  <a:gd name="T41" fmla="*/ 1 h 753"/>
                  <a:gd name="T42" fmla="*/ 1 w 285"/>
                  <a:gd name="T43" fmla="*/ 1 h 753"/>
                  <a:gd name="T44" fmla="*/ 1 w 285"/>
                  <a:gd name="T45" fmla="*/ 1 h 753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285"/>
                  <a:gd name="T70" fmla="*/ 0 h 753"/>
                  <a:gd name="T71" fmla="*/ 285 w 285"/>
                  <a:gd name="T72" fmla="*/ 753 h 753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285" h="753">
                    <a:moveTo>
                      <a:pt x="100" y="587"/>
                    </a:moveTo>
                    <a:lnTo>
                      <a:pt x="100" y="584"/>
                    </a:lnTo>
                    <a:lnTo>
                      <a:pt x="106" y="576"/>
                    </a:lnTo>
                    <a:lnTo>
                      <a:pt x="112" y="563"/>
                    </a:lnTo>
                    <a:lnTo>
                      <a:pt x="121" y="546"/>
                    </a:lnTo>
                    <a:lnTo>
                      <a:pt x="133" y="521"/>
                    </a:lnTo>
                    <a:lnTo>
                      <a:pt x="146" y="494"/>
                    </a:lnTo>
                    <a:lnTo>
                      <a:pt x="159" y="462"/>
                    </a:lnTo>
                    <a:lnTo>
                      <a:pt x="175" y="428"/>
                    </a:lnTo>
                    <a:lnTo>
                      <a:pt x="190" y="386"/>
                    </a:lnTo>
                    <a:lnTo>
                      <a:pt x="205" y="342"/>
                    </a:lnTo>
                    <a:lnTo>
                      <a:pt x="220" y="293"/>
                    </a:lnTo>
                    <a:lnTo>
                      <a:pt x="235" y="241"/>
                    </a:lnTo>
                    <a:lnTo>
                      <a:pt x="249" y="186"/>
                    </a:lnTo>
                    <a:lnTo>
                      <a:pt x="262" y="127"/>
                    </a:lnTo>
                    <a:lnTo>
                      <a:pt x="273" y="64"/>
                    </a:lnTo>
                    <a:lnTo>
                      <a:pt x="285" y="0"/>
                    </a:lnTo>
                    <a:lnTo>
                      <a:pt x="116" y="17"/>
                    </a:lnTo>
                    <a:lnTo>
                      <a:pt x="32" y="424"/>
                    </a:lnTo>
                    <a:lnTo>
                      <a:pt x="0" y="753"/>
                    </a:lnTo>
                    <a:lnTo>
                      <a:pt x="51" y="715"/>
                    </a:lnTo>
                    <a:lnTo>
                      <a:pt x="100" y="587"/>
                    </a:lnTo>
                    <a:close/>
                  </a:path>
                </a:pathLst>
              </a:custGeom>
              <a:solidFill>
                <a:srgbClr val="C0C0C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37"/>
              <p:cNvSpPr>
                <a:spLocks/>
              </p:cNvSpPr>
              <p:nvPr/>
            </p:nvSpPr>
            <p:spPr bwMode="auto">
              <a:xfrm>
                <a:off x="958" y="3533"/>
                <a:ext cx="107" cy="352"/>
              </a:xfrm>
              <a:custGeom>
                <a:avLst/>
                <a:gdLst>
                  <a:gd name="T0" fmla="*/ 0 w 215"/>
                  <a:gd name="T1" fmla="*/ 1 h 704"/>
                  <a:gd name="T2" fmla="*/ 0 w 215"/>
                  <a:gd name="T3" fmla="*/ 1 h 704"/>
                  <a:gd name="T4" fmla="*/ 0 w 215"/>
                  <a:gd name="T5" fmla="*/ 1 h 704"/>
                  <a:gd name="T6" fmla="*/ 0 w 215"/>
                  <a:gd name="T7" fmla="*/ 1 h 704"/>
                  <a:gd name="T8" fmla="*/ 0 w 215"/>
                  <a:gd name="T9" fmla="*/ 1 h 704"/>
                  <a:gd name="T10" fmla="*/ 0 w 215"/>
                  <a:gd name="T11" fmla="*/ 1 h 704"/>
                  <a:gd name="T12" fmla="*/ 0 w 215"/>
                  <a:gd name="T13" fmla="*/ 1 h 704"/>
                  <a:gd name="T14" fmla="*/ 0 w 215"/>
                  <a:gd name="T15" fmla="*/ 1 h 704"/>
                  <a:gd name="T16" fmla="*/ 0 w 215"/>
                  <a:gd name="T17" fmla="*/ 1 h 704"/>
                  <a:gd name="T18" fmla="*/ 0 w 215"/>
                  <a:gd name="T19" fmla="*/ 1 h 704"/>
                  <a:gd name="T20" fmla="*/ 0 w 215"/>
                  <a:gd name="T21" fmla="*/ 1 h 704"/>
                  <a:gd name="T22" fmla="*/ 0 w 215"/>
                  <a:gd name="T23" fmla="*/ 1 h 704"/>
                  <a:gd name="T24" fmla="*/ 0 w 215"/>
                  <a:gd name="T25" fmla="*/ 1 h 704"/>
                  <a:gd name="T26" fmla="*/ 0 w 215"/>
                  <a:gd name="T27" fmla="*/ 1 h 704"/>
                  <a:gd name="T28" fmla="*/ 0 w 215"/>
                  <a:gd name="T29" fmla="*/ 1 h 704"/>
                  <a:gd name="T30" fmla="*/ 0 w 215"/>
                  <a:gd name="T31" fmla="*/ 1 h 704"/>
                  <a:gd name="T32" fmla="*/ 0 w 215"/>
                  <a:gd name="T33" fmla="*/ 0 h 704"/>
                  <a:gd name="T34" fmla="*/ 0 w 215"/>
                  <a:gd name="T35" fmla="*/ 1 h 704"/>
                  <a:gd name="T36" fmla="*/ 0 w 215"/>
                  <a:gd name="T37" fmla="*/ 1 h 704"/>
                  <a:gd name="T38" fmla="*/ 0 w 215"/>
                  <a:gd name="T39" fmla="*/ 1 h 704"/>
                  <a:gd name="T40" fmla="*/ 0 w 215"/>
                  <a:gd name="T41" fmla="*/ 1 h 704"/>
                  <a:gd name="T42" fmla="*/ 0 w 215"/>
                  <a:gd name="T43" fmla="*/ 1 h 704"/>
                  <a:gd name="T44" fmla="*/ 0 w 215"/>
                  <a:gd name="T45" fmla="*/ 1 h 704"/>
                  <a:gd name="T46" fmla="*/ 0 w 215"/>
                  <a:gd name="T47" fmla="*/ 1 h 704"/>
                  <a:gd name="T48" fmla="*/ 0 w 215"/>
                  <a:gd name="T49" fmla="*/ 1 h 704"/>
                  <a:gd name="T50" fmla="*/ 0 w 215"/>
                  <a:gd name="T51" fmla="*/ 1 h 704"/>
                  <a:gd name="T52" fmla="*/ 0 w 215"/>
                  <a:gd name="T53" fmla="*/ 1 h 704"/>
                  <a:gd name="T54" fmla="*/ 0 w 215"/>
                  <a:gd name="T55" fmla="*/ 1 h 704"/>
                  <a:gd name="T56" fmla="*/ 0 w 215"/>
                  <a:gd name="T57" fmla="*/ 1 h 704"/>
                  <a:gd name="T58" fmla="*/ 0 w 215"/>
                  <a:gd name="T59" fmla="*/ 1 h 704"/>
                  <a:gd name="T60" fmla="*/ 0 w 215"/>
                  <a:gd name="T61" fmla="*/ 1 h 704"/>
                  <a:gd name="T62" fmla="*/ 0 w 215"/>
                  <a:gd name="T63" fmla="*/ 1 h 704"/>
                  <a:gd name="T64" fmla="*/ 0 w 215"/>
                  <a:gd name="T65" fmla="*/ 1 h 704"/>
                  <a:gd name="T66" fmla="*/ 0 w 215"/>
                  <a:gd name="T67" fmla="*/ 1 h 704"/>
                  <a:gd name="T68" fmla="*/ 0 w 215"/>
                  <a:gd name="T69" fmla="*/ 1 h 704"/>
                  <a:gd name="T70" fmla="*/ 0 w 215"/>
                  <a:gd name="T71" fmla="*/ 1 h 704"/>
                  <a:gd name="T72" fmla="*/ 0 w 215"/>
                  <a:gd name="T73" fmla="*/ 1 h 704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215"/>
                  <a:gd name="T112" fmla="*/ 0 h 704"/>
                  <a:gd name="T113" fmla="*/ 215 w 215"/>
                  <a:gd name="T114" fmla="*/ 704 h 704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215" h="704">
                    <a:moveTo>
                      <a:pt x="23" y="552"/>
                    </a:moveTo>
                    <a:lnTo>
                      <a:pt x="23" y="546"/>
                    </a:lnTo>
                    <a:lnTo>
                      <a:pt x="23" y="533"/>
                    </a:lnTo>
                    <a:lnTo>
                      <a:pt x="23" y="510"/>
                    </a:lnTo>
                    <a:lnTo>
                      <a:pt x="27" y="479"/>
                    </a:lnTo>
                    <a:lnTo>
                      <a:pt x="28" y="443"/>
                    </a:lnTo>
                    <a:lnTo>
                      <a:pt x="34" y="403"/>
                    </a:lnTo>
                    <a:lnTo>
                      <a:pt x="36" y="358"/>
                    </a:lnTo>
                    <a:lnTo>
                      <a:pt x="44" y="312"/>
                    </a:lnTo>
                    <a:lnTo>
                      <a:pt x="47" y="265"/>
                    </a:lnTo>
                    <a:lnTo>
                      <a:pt x="53" y="217"/>
                    </a:lnTo>
                    <a:lnTo>
                      <a:pt x="61" y="171"/>
                    </a:lnTo>
                    <a:lnTo>
                      <a:pt x="68" y="128"/>
                    </a:lnTo>
                    <a:lnTo>
                      <a:pt x="78" y="86"/>
                    </a:lnTo>
                    <a:lnTo>
                      <a:pt x="87" y="52"/>
                    </a:lnTo>
                    <a:lnTo>
                      <a:pt x="97" y="21"/>
                    </a:lnTo>
                    <a:lnTo>
                      <a:pt x="108" y="0"/>
                    </a:lnTo>
                    <a:lnTo>
                      <a:pt x="215" y="8"/>
                    </a:lnTo>
                    <a:lnTo>
                      <a:pt x="213" y="14"/>
                    </a:lnTo>
                    <a:lnTo>
                      <a:pt x="207" y="29"/>
                    </a:lnTo>
                    <a:lnTo>
                      <a:pt x="200" y="53"/>
                    </a:lnTo>
                    <a:lnTo>
                      <a:pt x="190" y="86"/>
                    </a:lnTo>
                    <a:lnTo>
                      <a:pt x="177" y="124"/>
                    </a:lnTo>
                    <a:lnTo>
                      <a:pt x="165" y="169"/>
                    </a:lnTo>
                    <a:lnTo>
                      <a:pt x="150" y="219"/>
                    </a:lnTo>
                    <a:lnTo>
                      <a:pt x="137" y="274"/>
                    </a:lnTo>
                    <a:lnTo>
                      <a:pt x="122" y="329"/>
                    </a:lnTo>
                    <a:lnTo>
                      <a:pt x="106" y="388"/>
                    </a:lnTo>
                    <a:lnTo>
                      <a:pt x="91" y="445"/>
                    </a:lnTo>
                    <a:lnTo>
                      <a:pt x="78" y="502"/>
                    </a:lnTo>
                    <a:lnTo>
                      <a:pt x="65" y="557"/>
                    </a:lnTo>
                    <a:lnTo>
                      <a:pt x="53" y="611"/>
                    </a:lnTo>
                    <a:lnTo>
                      <a:pt x="46" y="658"/>
                    </a:lnTo>
                    <a:lnTo>
                      <a:pt x="40" y="704"/>
                    </a:lnTo>
                    <a:lnTo>
                      <a:pt x="0" y="639"/>
                    </a:lnTo>
                    <a:lnTo>
                      <a:pt x="23" y="552"/>
                    </a:lnTo>
                    <a:close/>
                  </a:path>
                </a:pathLst>
              </a:custGeom>
              <a:solidFill>
                <a:srgbClr val="C0C0C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38"/>
              <p:cNvSpPr>
                <a:spLocks/>
              </p:cNvSpPr>
              <p:nvPr/>
            </p:nvSpPr>
            <p:spPr bwMode="auto">
              <a:xfrm>
                <a:off x="1121" y="2366"/>
                <a:ext cx="189" cy="623"/>
              </a:xfrm>
              <a:custGeom>
                <a:avLst/>
                <a:gdLst>
                  <a:gd name="T0" fmla="*/ 1 w 376"/>
                  <a:gd name="T1" fmla="*/ 0 h 1248"/>
                  <a:gd name="T2" fmla="*/ 0 w 376"/>
                  <a:gd name="T3" fmla="*/ 0 h 1248"/>
                  <a:gd name="T4" fmla="*/ 1 w 376"/>
                  <a:gd name="T5" fmla="*/ 0 h 1248"/>
                  <a:gd name="T6" fmla="*/ 1 w 376"/>
                  <a:gd name="T7" fmla="*/ 0 h 1248"/>
                  <a:gd name="T8" fmla="*/ 1 w 376"/>
                  <a:gd name="T9" fmla="*/ 0 h 1248"/>
                  <a:gd name="T10" fmla="*/ 1 w 376"/>
                  <a:gd name="T11" fmla="*/ 0 h 1248"/>
                  <a:gd name="T12" fmla="*/ 1 w 376"/>
                  <a:gd name="T13" fmla="*/ 0 h 1248"/>
                  <a:gd name="T14" fmla="*/ 1 w 376"/>
                  <a:gd name="T15" fmla="*/ 0 h 1248"/>
                  <a:gd name="T16" fmla="*/ 1 w 376"/>
                  <a:gd name="T17" fmla="*/ 0 h 1248"/>
                  <a:gd name="T18" fmla="*/ 1 w 376"/>
                  <a:gd name="T19" fmla="*/ 0 h 1248"/>
                  <a:gd name="T20" fmla="*/ 1 w 376"/>
                  <a:gd name="T21" fmla="*/ 0 h 1248"/>
                  <a:gd name="T22" fmla="*/ 1 w 376"/>
                  <a:gd name="T23" fmla="*/ 0 h 124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76"/>
                  <a:gd name="T37" fmla="*/ 0 h 1248"/>
                  <a:gd name="T38" fmla="*/ 376 w 376"/>
                  <a:gd name="T39" fmla="*/ 1248 h 1248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76" h="1248">
                    <a:moveTo>
                      <a:pt x="55" y="0"/>
                    </a:moveTo>
                    <a:lnTo>
                      <a:pt x="0" y="38"/>
                    </a:lnTo>
                    <a:lnTo>
                      <a:pt x="17" y="337"/>
                    </a:lnTo>
                    <a:lnTo>
                      <a:pt x="213" y="835"/>
                    </a:lnTo>
                    <a:lnTo>
                      <a:pt x="230" y="1225"/>
                    </a:lnTo>
                    <a:lnTo>
                      <a:pt x="363" y="1248"/>
                    </a:lnTo>
                    <a:lnTo>
                      <a:pt x="376" y="615"/>
                    </a:lnTo>
                    <a:lnTo>
                      <a:pt x="344" y="206"/>
                    </a:lnTo>
                    <a:lnTo>
                      <a:pt x="274" y="114"/>
                    </a:lnTo>
                    <a:lnTo>
                      <a:pt x="182" y="29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C0C0C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139"/>
              <p:cNvSpPr>
                <a:spLocks/>
              </p:cNvSpPr>
              <p:nvPr/>
            </p:nvSpPr>
            <p:spPr bwMode="auto">
              <a:xfrm>
                <a:off x="1197" y="2462"/>
                <a:ext cx="82" cy="293"/>
              </a:xfrm>
              <a:custGeom>
                <a:avLst/>
                <a:gdLst>
                  <a:gd name="T0" fmla="*/ 0 w 165"/>
                  <a:gd name="T1" fmla="*/ 0 h 588"/>
                  <a:gd name="T2" fmla="*/ 0 w 165"/>
                  <a:gd name="T3" fmla="*/ 0 h 588"/>
                  <a:gd name="T4" fmla="*/ 0 w 165"/>
                  <a:gd name="T5" fmla="*/ 0 h 588"/>
                  <a:gd name="T6" fmla="*/ 0 w 165"/>
                  <a:gd name="T7" fmla="*/ 0 h 588"/>
                  <a:gd name="T8" fmla="*/ 0 w 165"/>
                  <a:gd name="T9" fmla="*/ 0 h 588"/>
                  <a:gd name="T10" fmla="*/ 0 w 165"/>
                  <a:gd name="T11" fmla="*/ 0 h 588"/>
                  <a:gd name="T12" fmla="*/ 0 w 165"/>
                  <a:gd name="T13" fmla="*/ 0 h 588"/>
                  <a:gd name="T14" fmla="*/ 0 w 165"/>
                  <a:gd name="T15" fmla="*/ 0 h 588"/>
                  <a:gd name="T16" fmla="*/ 0 w 165"/>
                  <a:gd name="T17" fmla="*/ 0 h 588"/>
                  <a:gd name="T18" fmla="*/ 0 w 165"/>
                  <a:gd name="T19" fmla="*/ 0 h 588"/>
                  <a:gd name="T20" fmla="*/ 0 w 165"/>
                  <a:gd name="T21" fmla="*/ 0 h 588"/>
                  <a:gd name="T22" fmla="*/ 0 w 165"/>
                  <a:gd name="T23" fmla="*/ 0 h 588"/>
                  <a:gd name="T24" fmla="*/ 0 w 165"/>
                  <a:gd name="T25" fmla="*/ 0 h 588"/>
                  <a:gd name="T26" fmla="*/ 0 w 165"/>
                  <a:gd name="T27" fmla="*/ 0 h 588"/>
                  <a:gd name="T28" fmla="*/ 0 w 165"/>
                  <a:gd name="T29" fmla="*/ 0 h 588"/>
                  <a:gd name="T30" fmla="*/ 0 w 165"/>
                  <a:gd name="T31" fmla="*/ 0 h 588"/>
                  <a:gd name="T32" fmla="*/ 0 w 165"/>
                  <a:gd name="T33" fmla="*/ 0 h 588"/>
                  <a:gd name="T34" fmla="*/ 0 w 165"/>
                  <a:gd name="T35" fmla="*/ 0 h 588"/>
                  <a:gd name="T36" fmla="*/ 0 w 165"/>
                  <a:gd name="T37" fmla="*/ 0 h 588"/>
                  <a:gd name="T38" fmla="*/ 0 w 165"/>
                  <a:gd name="T39" fmla="*/ 0 h 588"/>
                  <a:gd name="T40" fmla="*/ 0 w 165"/>
                  <a:gd name="T41" fmla="*/ 0 h 588"/>
                  <a:gd name="T42" fmla="*/ 0 w 165"/>
                  <a:gd name="T43" fmla="*/ 0 h 588"/>
                  <a:gd name="T44" fmla="*/ 0 w 165"/>
                  <a:gd name="T45" fmla="*/ 0 h 588"/>
                  <a:gd name="T46" fmla="*/ 0 w 165"/>
                  <a:gd name="T47" fmla="*/ 0 h 588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165"/>
                  <a:gd name="T73" fmla="*/ 0 h 588"/>
                  <a:gd name="T74" fmla="*/ 165 w 165"/>
                  <a:gd name="T75" fmla="*/ 588 h 588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165" h="588">
                    <a:moveTo>
                      <a:pt x="0" y="65"/>
                    </a:moveTo>
                    <a:lnTo>
                      <a:pt x="70" y="0"/>
                    </a:lnTo>
                    <a:lnTo>
                      <a:pt x="156" y="67"/>
                    </a:lnTo>
                    <a:lnTo>
                      <a:pt x="165" y="575"/>
                    </a:lnTo>
                    <a:lnTo>
                      <a:pt x="124" y="588"/>
                    </a:lnTo>
                    <a:lnTo>
                      <a:pt x="124" y="582"/>
                    </a:lnTo>
                    <a:lnTo>
                      <a:pt x="124" y="569"/>
                    </a:lnTo>
                    <a:lnTo>
                      <a:pt x="124" y="548"/>
                    </a:lnTo>
                    <a:lnTo>
                      <a:pt x="124" y="521"/>
                    </a:lnTo>
                    <a:lnTo>
                      <a:pt x="124" y="489"/>
                    </a:lnTo>
                    <a:lnTo>
                      <a:pt x="124" y="453"/>
                    </a:lnTo>
                    <a:lnTo>
                      <a:pt x="124" y="411"/>
                    </a:lnTo>
                    <a:lnTo>
                      <a:pt x="126" y="371"/>
                    </a:lnTo>
                    <a:lnTo>
                      <a:pt x="124" y="326"/>
                    </a:lnTo>
                    <a:lnTo>
                      <a:pt x="124" y="282"/>
                    </a:lnTo>
                    <a:lnTo>
                      <a:pt x="122" y="238"/>
                    </a:lnTo>
                    <a:lnTo>
                      <a:pt x="120" y="198"/>
                    </a:lnTo>
                    <a:lnTo>
                      <a:pt x="118" y="158"/>
                    </a:lnTo>
                    <a:lnTo>
                      <a:pt x="114" y="124"/>
                    </a:lnTo>
                    <a:lnTo>
                      <a:pt x="110" y="94"/>
                    </a:lnTo>
                    <a:lnTo>
                      <a:pt x="107" y="69"/>
                    </a:lnTo>
                    <a:lnTo>
                      <a:pt x="70" y="38"/>
                    </a:lnTo>
                    <a:lnTo>
                      <a:pt x="0" y="65"/>
                    </a:lnTo>
                    <a:close/>
                  </a:path>
                </a:pathLst>
              </a:custGeom>
              <a:solidFill>
                <a:srgbClr val="C0C0C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Freeform 140"/>
              <p:cNvSpPr>
                <a:spLocks/>
              </p:cNvSpPr>
              <p:nvPr/>
            </p:nvSpPr>
            <p:spPr bwMode="auto">
              <a:xfrm>
                <a:off x="1317" y="3088"/>
                <a:ext cx="241" cy="368"/>
              </a:xfrm>
              <a:custGeom>
                <a:avLst/>
                <a:gdLst>
                  <a:gd name="T0" fmla="*/ 1 w 481"/>
                  <a:gd name="T1" fmla="*/ 1 h 736"/>
                  <a:gd name="T2" fmla="*/ 1 w 481"/>
                  <a:gd name="T3" fmla="*/ 0 h 736"/>
                  <a:gd name="T4" fmla="*/ 1 w 481"/>
                  <a:gd name="T5" fmla="*/ 1 h 736"/>
                  <a:gd name="T6" fmla="*/ 1 w 481"/>
                  <a:gd name="T7" fmla="*/ 1 h 736"/>
                  <a:gd name="T8" fmla="*/ 1 w 481"/>
                  <a:gd name="T9" fmla="*/ 1 h 736"/>
                  <a:gd name="T10" fmla="*/ 1 w 481"/>
                  <a:gd name="T11" fmla="*/ 1 h 736"/>
                  <a:gd name="T12" fmla="*/ 0 w 481"/>
                  <a:gd name="T13" fmla="*/ 1 h 736"/>
                  <a:gd name="T14" fmla="*/ 1 w 481"/>
                  <a:gd name="T15" fmla="*/ 1 h 736"/>
                  <a:gd name="T16" fmla="*/ 1 w 481"/>
                  <a:gd name="T17" fmla="*/ 1 h 736"/>
                  <a:gd name="T18" fmla="*/ 1 w 481"/>
                  <a:gd name="T19" fmla="*/ 1 h 736"/>
                  <a:gd name="T20" fmla="*/ 1 w 481"/>
                  <a:gd name="T21" fmla="*/ 1 h 736"/>
                  <a:gd name="T22" fmla="*/ 1 w 481"/>
                  <a:gd name="T23" fmla="*/ 1 h 7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481"/>
                  <a:gd name="T37" fmla="*/ 0 h 736"/>
                  <a:gd name="T38" fmla="*/ 481 w 481"/>
                  <a:gd name="T39" fmla="*/ 736 h 7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481" h="736">
                    <a:moveTo>
                      <a:pt x="90" y="25"/>
                    </a:moveTo>
                    <a:lnTo>
                      <a:pt x="196" y="0"/>
                    </a:lnTo>
                    <a:lnTo>
                      <a:pt x="240" y="103"/>
                    </a:lnTo>
                    <a:lnTo>
                      <a:pt x="316" y="75"/>
                    </a:lnTo>
                    <a:lnTo>
                      <a:pt x="481" y="567"/>
                    </a:lnTo>
                    <a:lnTo>
                      <a:pt x="134" y="736"/>
                    </a:lnTo>
                    <a:lnTo>
                      <a:pt x="0" y="251"/>
                    </a:lnTo>
                    <a:lnTo>
                      <a:pt x="192" y="177"/>
                    </a:lnTo>
                    <a:lnTo>
                      <a:pt x="172" y="109"/>
                    </a:lnTo>
                    <a:lnTo>
                      <a:pt x="71" y="124"/>
                    </a:lnTo>
                    <a:lnTo>
                      <a:pt x="90" y="25"/>
                    </a:lnTo>
                    <a:close/>
                  </a:path>
                </a:pathLst>
              </a:custGeom>
              <a:solidFill>
                <a:srgbClr val="C0C0C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141"/>
              <p:cNvSpPr>
                <a:spLocks/>
              </p:cNvSpPr>
              <p:nvPr/>
            </p:nvSpPr>
            <p:spPr bwMode="auto">
              <a:xfrm>
                <a:off x="1280" y="3078"/>
                <a:ext cx="107" cy="124"/>
              </a:xfrm>
              <a:custGeom>
                <a:avLst/>
                <a:gdLst>
                  <a:gd name="T0" fmla="*/ 1 w 213"/>
                  <a:gd name="T1" fmla="*/ 0 h 250"/>
                  <a:gd name="T2" fmla="*/ 1 w 213"/>
                  <a:gd name="T3" fmla="*/ 0 h 250"/>
                  <a:gd name="T4" fmla="*/ 1 w 213"/>
                  <a:gd name="T5" fmla="*/ 0 h 250"/>
                  <a:gd name="T6" fmla="*/ 0 w 213"/>
                  <a:gd name="T7" fmla="*/ 0 h 250"/>
                  <a:gd name="T8" fmla="*/ 1 w 213"/>
                  <a:gd name="T9" fmla="*/ 0 h 250"/>
                  <a:gd name="T10" fmla="*/ 1 w 213"/>
                  <a:gd name="T11" fmla="*/ 0 h 250"/>
                  <a:gd name="T12" fmla="*/ 1 w 213"/>
                  <a:gd name="T13" fmla="*/ 0 h 250"/>
                  <a:gd name="T14" fmla="*/ 1 w 213"/>
                  <a:gd name="T15" fmla="*/ 0 h 2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213"/>
                  <a:gd name="T25" fmla="*/ 0 h 250"/>
                  <a:gd name="T26" fmla="*/ 213 w 213"/>
                  <a:gd name="T27" fmla="*/ 250 h 25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3" h="250">
                    <a:moveTo>
                      <a:pt x="213" y="137"/>
                    </a:moveTo>
                    <a:lnTo>
                      <a:pt x="208" y="206"/>
                    </a:lnTo>
                    <a:lnTo>
                      <a:pt x="86" y="250"/>
                    </a:lnTo>
                    <a:lnTo>
                      <a:pt x="0" y="10"/>
                    </a:lnTo>
                    <a:lnTo>
                      <a:pt x="145" y="0"/>
                    </a:lnTo>
                    <a:lnTo>
                      <a:pt x="151" y="92"/>
                    </a:lnTo>
                    <a:lnTo>
                      <a:pt x="213" y="137"/>
                    </a:lnTo>
                    <a:close/>
                  </a:path>
                </a:pathLst>
              </a:custGeom>
              <a:solidFill>
                <a:srgbClr val="C0C0C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142"/>
              <p:cNvSpPr>
                <a:spLocks/>
              </p:cNvSpPr>
              <p:nvPr/>
            </p:nvSpPr>
            <p:spPr bwMode="auto">
              <a:xfrm>
                <a:off x="1306" y="3064"/>
                <a:ext cx="81" cy="100"/>
              </a:xfrm>
              <a:custGeom>
                <a:avLst/>
                <a:gdLst>
                  <a:gd name="T0" fmla="*/ 1 w 161"/>
                  <a:gd name="T1" fmla="*/ 1 h 200"/>
                  <a:gd name="T2" fmla="*/ 1 w 161"/>
                  <a:gd name="T3" fmla="*/ 1 h 200"/>
                  <a:gd name="T4" fmla="*/ 1 w 161"/>
                  <a:gd name="T5" fmla="*/ 1 h 200"/>
                  <a:gd name="T6" fmla="*/ 0 w 161"/>
                  <a:gd name="T7" fmla="*/ 1 h 200"/>
                  <a:gd name="T8" fmla="*/ 1 w 161"/>
                  <a:gd name="T9" fmla="*/ 1 h 200"/>
                  <a:gd name="T10" fmla="*/ 1 w 161"/>
                  <a:gd name="T11" fmla="*/ 1 h 200"/>
                  <a:gd name="T12" fmla="*/ 1 w 161"/>
                  <a:gd name="T13" fmla="*/ 0 h 200"/>
                  <a:gd name="T14" fmla="*/ 1 w 161"/>
                  <a:gd name="T15" fmla="*/ 1 h 200"/>
                  <a:gd name="T16" fmla="*/ 1 w 161"/>
                  <a:gd name="T17" fmla="*/ 1 h 20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61"/>
                  <a:gd name="T28" fmla="*/ 0 h 200"/>
                  <a:gd name="T29" fmla="*/ 161 w 161"/>
                  <a:gd name="T30" fmla="*/ 200 h 200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61" h="200">
                    <a:moveTo>
                      <a:pt x="102" y="15"/>
                    </a:moveTo>
                    <a:lnTo>
                      <a:pt x="161" y="163"/>
                    </a:lnTo>
                    <a:lnTo>
                      <a:pt x="17" y="200"/>
                    </a:lnTo>
                    <a:lnTo>
                      <a:pt x="0" y="144"/>
                    </a:lnTo>
                    <a:lnTo>
                      <a:pt x="70" y="123"/>
                    </a:lnTo>
                    <a:lnTo>
                      <a:pt x="70" y="78"/>
                    </a:lnTo>
                    <a:lnTo>
                      <a:pt x="43" y="0"/>
                    </a:lnTo>
                    <a:lnTo>
                      <a:pt x="102" y="15"/>
                    </a:lnTo>
                    <a:close/>
                  </a:path>
                </a:pathLst>
              </a:custGeom>
              <a:solidFill>
                <a:srgbClr val="C0C0C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143"/>
              <p:cNvSpPr>
                <a:spLocks/>
              </p:cNvSpPr>
              <p:nvPr/>
            </p:nvSpPr>
            <p:spPr bwMode="auto">
              <a:xfrm>
                <a:off x="1258" y="2901"/>
                <a:ext cx="88" cy="196"/>
              </a:xfrm>
              <a:custGeom>
                <a:avLst/>
                <a:gdLst>
                  <a:gd name="T0" fmla="*/ 1 w 175"/>
                  <a:gd name="T1" fmla="*/ 1 h 392"/>
                  <a:gd name="T2" fmla="*/ 1 w 175"/>
                  <a:gd name="T3" fmla="*/ 1 h 392"/>
                  <a:gd name="T4" fmla="*/ 1 w 175"/>
                  <a:gd name="T5" fmla="*/ 1 h 392"/>
                  <a:gd name="T6" fmla="*/ 0 w 175"/>
                  <a:gd name="T7" fmla="*/ 1 h 392"/>
                  <a:gd name="T8" fmla="*/ 1 w 175"/>
                  <a:gd name="T9" fmla="*/ 0 h 392"/>
                  <a:gd name="T10" fmla="*/ 1 w 175"/>
                  <a:gd name="T11" fmla="*/ 1 h 392"/>
                  <a:gd name="T12" fmla="*/ 1 w 175"/>
                  <a:gd name="T13" fmla="*/ 1 h 392"/>
                  <a:gd name="T14" fmla="*/ 1 w 175"/>
                  <a:gd name="T15" fmla="*/ 1 h 39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5"/>
                  <a:gd name="T25" fmla="*/ 0 h 392"/>
                  <a:gd name="T26" fmla="*/ 175 w 175"/>
                  <a:gd name="T27" fmla="*/ 392 h 39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5" h="392">
                    <a:moveTo>
                      <a:pt x="161" y="376"/>
                    </a:moveTo>
                    <a:lnTo>
                      <a:pt x="121" y="392"/>
                    </a:lnTo>
                    <a:lnTo>
                      <a:pt x="60" y="392"/>
                    </a:lnTo>
                    <a:lnTo>
                      <a:pt x="0" y="192"/>
                    </a:lnTo>
                    <a:lnTo>
                      <a:pt x="85" y="0"/>
                    </a:lnTo>
                    <a:lnTo>
                      <a:pt x="175" y="276"/>
                    </a:lnTo>
                    <a:lnTo>
                      <a:pt x="161" y="376"/>
                    </a:lnTo>
                    <a:close/>
                  </a:path>
                </a:pathLst>
              </a:custGeom>
              <a:solidFill>
                <a:srgbClr val="C0C0C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144"/>
              <p:cNvSpPr>
                <a:spLocks/>
              </p:cNvSpPr>
              <p:nvPr/>
            </p:nvSpPr>
            <p:spPr bwMode="auto">
              <a:xfrm>
                <a:off x="1283" y="2834"/>
                <a:ext cx="87" cy="255"/>
              </a:xfrm>
              <a:custGeom>
                <a:avLst/>
                <a:gdLst>
                  <a:gd name="T0" fmla="*/ 0 w 175"/>
                  <a:gd name="T1" fmla="*/ 1 h 509"/>
                  <a:gd name="T2" fmla="*/ 0 w 175"/>
                  <a:gd name="T3" fmla="*/ 1 h 509"/>
                  <a:gd name="T4" fmla="*/ 0 w 175"/>
                  <a:gd name="T5" fmla="*/ 1 h 509"/>
                  <a:gd name="T6" fmla="*/ 0 w 175"/>
                  <a:gd name="T7" fmla="*/ 1 h 509"/>
                  <a:gd name="T8" fmla="*/ 0 w 175"/>
                  <a:gd name="T9" fmla="*/ 1 h 509"/>
                  <a:gd name="T10" fmla="*/ 0 w 175"/>
                  <a:gd name="T11" fmla="*/ 0 h 509"/>
                  <a:gd name="T12" fmla="*/ 0 w 175"/>
                  <a:gd name="T13" fmla="*/ 1 h 509"/>
                  <a:gd name="T14" fmla="*/ 0 w 175"/>
                  <a:gd name="T15" fmla="*/ 1 h 50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5"/>
                  <a:gd name="T25" fmla="*/ 0 h 509"/>
                  <a:gd name="T26" fmla="*/ 175 w 175"/>
                  <a:gd name="T27" fmla="*/ 509 h 509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5" h="509">
                    <a:moveTo>
                      <a:pt x="110" y="45"/>
                    </a:moveTo>
                    <a:lnTo>
                      <a:pt x="78" y="167"/>
                    </a:lnTo>
                    <a:lnTo>
                      <a:pt x="175" y="466"/>
                    </a:lnTo>
                    <a:lnTo>
                      <a:pt x="112" y="509"/>
                    </a:lnTo>
                    <a:lnTo>
                      <a:pt x="10" y="167"/>
                    </a:lnTo>
                    <a:lnTo>
                      <a:pt x="0" y="0"/>
                    </a:lnTo>
                    <a:lnTo>
                      <a:pt x="110" y="45"/>
                    </a:lnTo>
                    <a:close/>
                  </a:path>
                </a:pathLst>
              </a:custGeom>
              <a:solidFill>
                <a:srgbClr val="C0C0C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145"/>
              <p:cNvSpPr>
                <a:spLocks/>
              </p:cNvSpPr>
              <p:nvPr/>
            </p:nvSpPr>
            <p:spPr bwMode="auto">
              <a:xfrm>
                <a:off x="1066" y="2986"/>
                <a:ext cx="346" cy="561"/>
              </a:xfrm>
              <a:custGeom>
                <a:avLst/>
                <a:gdLst>
                  <a:gd name="T0" fmla="*/ 1 w 692"/>
                  <a:gd name="T1" fmla="*/ 1 h 1122"/>
                  <a:gd name="T2" fmla="*/ 1 w 692"/>
                  <a:gd name="T3" fmla="*/ 1 h 1122"/>
                  <a:gd name="T4" fmla="*/ 1 w 692"/>
                  <a:gd name="T5" fmla="*/ 1 h 1122"/>
                  <a:gd name="T6" fmla="*/ 1 w 692"/>
                  <a:gd name="T7" fmla="*/ 1 h 1122"/>
                  <a:gd name="T8" fmla="*/ 1 w 692"/>
                  <a:gd name="T9" fmla="*/ 1 h 1122"/>
                  <a:gd name="T10" fmla="*/ 0 w 692"/>
                  <a:gd name="T11" fmla="*/ 1 h 1122"/>
                  <a:gd name="T12" fmla="*/ 1 w 692"/>
                  <a:gd name="T13" fmla="*/ 1 h 1122"/>
                  <a:gd name="T14" fmla="*/ 1 w 692"/>
                  <a:gd name="T15" fmla="*/ 0 h 1122"/>
                  <a:gd name="T16" fmla="*/ 1 w 692"/>
                  <a:gd name="T17" fmla="*/ 1 h 1122"/>
                  <a:gd name="T18" fmla="*/ 1 w 692"/>
                  <a:gd name="T19" fmla="*/ 1 h 112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692"/>
                  <a:gd name="T31" fmla="*/ 0 h 1122"/>
                  <a:gd name="T32" fmla="*/ 692 w 692"/>
                  <a:gd name="T33" fmla="*/ 1122 h 112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692" h="1122">
                    <a:moveTo>
                      <a:pt x="412" y="42"/>
                    </a:moveTo>
                    <a:lnTo>
                      <a:pt x="692" y="973"/>
                    </a:lnTo>
                    <a:lnTo>
                      <a:pt x="539" y="1044"/>
                    </a:lnTo>
                    <a:lnTo>
                      <a:pt x="239" y="1122"/>
                    </a:lnTo>
                    <a:lnTo>
                      <a:pt x="133" y="1122"/>
                    </a:lnTo>
                    <a:lnTo>
                      <a:pt x="0" y="1044"/>
                    </a:lnTo>
                    <a:lnTo>
                      <a:pt x="32" y="279"/>
                    </a:lnTo>
                    <a:lnTo>
                      <a:pt x="346" y="0"/>
                    </a:lnTo>
                    <a:lnTo>
                      <a:pt x="412" y="42"/>
                    </a:lnTo>
                    <a:close/>
                  </a:path>
                </a:pathLst>
              </a:custGeom>
              <a:solidFill>
                <a:srgbClr val="C0C0C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146"/>
              <p:cNvSpPr>
                <a:spLocks/>
              </p:cNvSpPr>
              <p:nvPr/>
            </p:nvSpPr>
            <p:spPr bwMode="auto">
              <a:xfrm>
                <a:off x="962" y="3063"/>
                <a:ext cx="256" cy="489"/>
              </a:xfrm>
              <a:custGeom>
                <a:avLst/>
                <a:gdLst>
                  <a:gd name="T0" fmla="*/ 0 w 513"/>
                  <a:gd name="T1" fmla="*/ 1 h 977"/>
                  <a:gd name="T2" fmla="*/ 0 w 513"/>
                  <a:gd name="T3" fmla="*/ 1 h 977"/>
                  <a:gd name="T4" fmla="*/ 0 w 513"/>
                  <a:gd name="T5" fmla="*/ 1 h 977"/>
                  <a:gd name="T6" fmla="*/ 0 w 513"/>
                  <a:gd name="T7" fmla="*/ 1 h 977"/>
                  <a:gd name="T8" fmla="*/ 0 w 513"/>
                  <a:gd name="T9" fmla="*/ 1 h 977"/>
                  <a:gd name="T10" fmla="*/ 0 w 513"/>
                  <a:gd name="T11" fmla="*/ 1 h 977"/>
                  <a:gd name="T12" fmla="*/ 0 w 513"/>
                  <a:gd name="T13" fmla="*/ 1 h 977"/>
                  <a:gd name="T14" fmla="*/ 0 w 513"/>
                  <a:gd name="T15" fmla="*/ 1 h 977"/>
                  <a:gd name="T16" fmla="*/ 0 w 513"/>
                  <a:gd name="T17" fmla="*/ 1 h 977"/>
                  <a:gd name="T18" fmla="*/ 0 w 513"/>
                  <a:gd name="T19" fmla="*/ 0 h 977"/>
                  <a:gd name="T20" fmla="*/ 0 w 513"/>
                  <a:gd name="T21" fmla="*/ 1 h 977"/>
                  <a:gd name="T22" fmla="*/ 0 w 513"/>
                  <a:gd name="T23" fmla="*/ 1 h 97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513"/>
                  <a:gd name="T37" fmla="*/ 0 h 977"/>
                  <a:gd name="T38" fmla="*/ 513 w 513"/>
                  <a:gd name="T39" fmla="*/ 977 h 977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513" h="977">
                    <a:moveTo>
                      <a:pt x="513" y="38"/>
                    </a:moveTo>
                    <a:lnTo>
                      <a:pt x="342" y="108"/>
                    </a:lnTo>
                    <a:lnTo>
                      <a:pt x="336" y="690"/>
                    </a:lnTo>
                    <a:lnTo>
                      <a:pt x="393" y="741"/>
                    </a:lnTo>
                    <a:lnTo>
                      <a:pt x="342" y="804"/>
                    </a:lnTo>
                    <a:lnTo>
                      <a:pt x="342" y="968"/>
                    </a:lnTo>
                    <a:lnTo>
                      <a:pt x="169" y="977"/>
                    </a:lnTo>
                    <a:lnTo>
                      <a:pt x="0" y="945"/>
                    </a:lnTo>
                    <a:lnTo>
                      <a:pt x="95" y="6"/>
                    </a:lnTo>
                    <a:lnTo>
                      <a:pt x="461" y="0"/>
                    </a:lnTo>
                    <a:lnTo>
                      <a:pt x="513" y="38"/>
                    </a:lnTo>
                    <a:close/>
                  </a:path>
                </a:pathLst>
              </a:custGeom>
              <a:solidFill>
                <a:srgbClr val="C0C0C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147"/>
              <p:cNvSpPr>
                <a:spLocks/>
              </p:cNvSpPr>
              <p:nvPr/>
            </p:nvSpPr>
            <p:spPr bwMode="auto">
              <a:xfrm>
                <a:off x="1266" y="2847"/>
                <a:ext cx="40" cy="128"/>
              </a:xfrm>
              <a:custGeom>
                <a:avLst/>
                <a:gdLst>
                  <a:gd name="T0" fmla="*/ 1 w 80"/>
                  <a:gd name="T1" fmla="*/ 0 h 257"/>
                  <a:gd name="T2" fmla="*/ 0 w 80"/>
                  <a:gd name="T3" fmla="*/ 0 h 257"/>
                  <a:gd name="T4" fmla="*/ 1 w 80"/>
                  <a:gd name="T5" fmla="*/ 0 h 257"/>
                  <a:gd name="T6" fmla="*/ 1 w 80"/>
                  <a:gd name="T7" fmla="*/ 0 h 257"/>
                  <a:gd name="T8" fmla="*/ 1 w 80"/>
                  <a:gd name="T9" fmla="*/ 0 h 257"/>
                  <a:gd name="T10" fmla="*/ 1 w 80"/>
                  <a:gd name="T11" fmla="*/ 0 h 257"/>
                  <a:gd name="T12" fmla="*/ 1 w 80"/>
                  <a:gd name="T13" fmla="*/ 0 h 25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0"/>
                  <a:gd name="T22" fmla="*/ 0 h 257"/>
                  <a:gd name="T23" fmla="*/ 80 w 80"/>
                  <a:gd name="T24" fmla="*/ 257 h 25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0" h="257">
                    <a:moveTo>
                      <a:pt x="25" y="46"/>
                    </a:moveTo>
                    <a:lnTo>
                      <a:pt x="0" y="257"/>
                    </a:lnTo>
                    <a:lnTo>
                      <a:pt x="28" y="257"/>
                    </a:lnTo>
                    <a:lnTo>
                      <a:pt x="80" y="52"/>
                    </a:lnTo>
                    <a:lnTo>
                      <a:pt x="32" y="0"/>
                    </a:lnTo>
                    <a:lnTo>
                      <a:pt x="25" y="46"/>
                    </a:lnTo>
                    <a:close/>
                  </a:path>
                </a:pathLst>
              </a:custGeom>
              <a:solidFill>
                <a:srgbClr val="C0C0C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148"/>
              <p:cNvSpPr>
                <a:spLocks/>
              </p:cNvSpPr>
              <p:nvPr/>
            </p:nvSpPr>
            <p:spPr bwMode="auto">
              <a:xfrm>
                <a:off x="1239" y="2966"/>
                <a:ext cx="41" cy="41"/>
              </a:xfrm>
              <a:custGeom>
                <a:avLst/>
                <a:gdLst>
                  <a:gd name="T0" fmla="*/ 1 w 81"/>
                  <a:gd name="T1" fmla="*/ 0 h 84"/>
                  <a:gd name="T2" fmla="*/ 1 w 81"/>
                  <a:gd name="T3" fmla="*/ 0 h 84"/>
                  <a:gd name="T4" fmla="*/ 1 w 81"/>
                  <a:gd name="T5" fmla="*/ 0 h 84"/>
                  <a:gd name="T6" fmla="*/ 0 w 81"/>
                  <a:gd name="T7" fmla="*/ 0 h 84"/>
                  <a:gd name="T8" fmla="*/ 1 w 81"/>
                  <a:gd name="T9" fmla="*/ 0 h 84"/>
                  <a:gd name="T10" fmla="*/ 1 w 81"/>
                  <a:gd name="T11" fmla="*/ 0 h 8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81"/>
                  <a:gd name="T19" fmla="*/ 0 h 84"/>
                  <a:gd name="T20" fmla="*/ 81 w 81"/>
                  <a:gd name="T21" fmla="*/ 84 h 8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81" h="84">
                    <a:moveTo>
                      <a:pt x="9" y="0"/>
                    </a:moveTo>
                    <a:lnTo>
                      <a:pt x="81" y="10"/>
                    </a:lnTo>
                    <a:lnTo>
                      <a:pt x="66" y="84"/>
                    </a:lnTo>
                    <a:lnTo>
                      <a:pt x="0" y="8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C0C0C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149"/>
              <p:cNvSpPr>
                <a:spLocks/>
              </p:cNvSpPr>
              <p:nvPr/>
            </p:nvSpPr>
            <p:spPr bwMode="auto">
              <a:xfrm>
                <a:off x="1058" y="2850"/>
                <a:ext cx="200" cy="243"/>
              </a:xfrm>
              <a:custGeom>
                <a:avLst/>
                <a:gdLst>
                  <a:gd name="T0" fmla="*/ 0 w 401"/>
                  <a:gd name="T1" fmla="*/ 0 h 487"/>
                  <a:gd name="T2" fmla="*/ 0 w 401"/>
                  <a:gd name="T3" fmla="*/ 0 h 487"/>
                  <a:gd name="T4" fmla="*/ 0 w 401"/>
                  <a:gd name="T5" fmla="*/ 0 h 487"/>
                  <a:gd name="T6" fmla="*/ 0 w 401"/>
                  <a:gd name="T7" fmla="*/ 0 h 487"/>
                  <a:gd name="T8" fmla="*/ 0 w 401"/>
                  <a:gd name="T9" fmla="*/ 0 h 487"/>
                  <a:gd name="T10" fmla="*/ 0 w 401"/>
                  <a:gd name="T11" fmla="*/ 0 h 487"/>
                  <a:gd name="T12" fmla="*/ 0 w 401"/>
                  <a:gd name="T13" fmla="*/ 0 h 487"/>
                  <a:gd name="T14" fmla="*/ 0 w 401"/>
                  <a:gd name="T15" fmla="*/ 0 h 487"/>
                  <a:gd name="T16" fmla="*/ 0 w 401"/>
                  <a:gd name="T17" fmla="*/ 0 h 487"/>
                  <a:gd name="T18" fmla="*/ 0 w 401"/>
                  <a:gd name="T19" fmla="*/ 0 h 487"/>
                  <a:gd name="T20" fmla="*/ 0 w 401"/>
                  <a:gd name="T21" fmla="*/ 0 h 487"/>
                  <a:gd name="T22" fmla="*/ 0 w 401"/>
                  <a:gd name="T23" fmla="*/ 0 h 487"/>
                  <a:gd name="T24" fmla="*/ 0 w 401"/>
                  <a:gd name="T25" fmla="*/ 0 h 487"/>
                  <a:gd name="T26" fmla="*/ 0 w 401"/>
                  <a:gd name="T27" fmla="*/ 0 h 487"/>
                  <a:gd name="T28" fmla="*/ 0 w 401"/>
                  <a:gd name="T29" fmla="*/ 0 h 487"/>
                  <a:gd name="T30" fmla="*/ 0 w 401"/>
                  <a:gd name="T31" fmla="*/ 0 h 487"/>
                  <a:gd name="T32" fmla="*/ 0 w 401"/>
                  <a:gd name="T33" fmla="*/ 0 h 487"/>
                  <a:gd name="T34" fmla="*/ 0 w 401"/>
                  <a:gd name="T35" fmla="*/ 0 h 487"/>
                  <a:gd name="T36" fmla="*/ 0 w 401"/>
                  <a:gd name="T37" fmla="*/ 0 h 487"/>
                  <a:gd name="T38" fmla="*/ 0 w 401"/>
                  <a:gd name="T39" fmla="*/ 0 h 487"/>
                  <a:gd name="T40" fmla="*/ 0 w 401"/>
                  <a:gd name="T41" fmla="*/ 0 h 487"/>
                  <a:gd name="T42" fmla="*/ 0 w 401"/>
                  <a:gd name="T43" fmla="*/ 0 h 487"/>
                  <a:gd name="T44" fmla="*/ 0 w 401"/>
                  <a:gd name="T45" fmla="*/ 0 h 487"/>
                  <a:gd name="T46" fmla="*/ 0 w 401"/>
                  <a:gd name="T47" fmla="*/ 0 h 487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401"/>
                  <a:gd name="T73" fmla="*/ 0 h 487"/>
                  <a:gd name="T74" fmla="*/ 401 w 401"/>
                  <a:gd name="T75" fmla="*/ 487 h 487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401" h="487">
                    <a:moveTo>
                      <a:pt x="401" y="131"/>
                    </a:moveTo>
                    <a:lnTo>
                      <a:pt x="399" y="133"/>
                    </a:lnTo>
                    <a:lnTo>
                      <a:pt x="399" y="141"/>
                    </a:lnTo>
                    <a:lnTo>
                      <a:pt x="399" y="150"/>
                    </a:lnTo>
                    <a:lnTo>
                      <a:pt x="399" y="166"/>
                    </a:lnTo>
                    <a:lnTo>
                      <a:pt x="397" y="183"/>
                    </a:lnTo>
                    <a:lnTo>
                      <a:pt x="397" y="204"/>
                    </a:lnTo>
                    <a:lnTo>
                      <a:pt x="395" y="225"/>
                    </a:lnTo>
                    <a:lnTo>
                      <a:pt x="393" y="251"/>
                    </a:lnTo>
                    <a:lnTo>
                      <a:pt x="387" y="276"/>
                    </a:lnTo>
                    <a:lnTo>
                      <a:pt x="382" y="302"/>
                    </a:lnTo>
                    <a:lnTo>
                      <a:pt x="376" y="331"/>
                    </a:lnTo>
                    <a:lnTo>
                      <a:pt x="370" y="360"/>
                    </a:lnTo>
                    <a:lnTo>
                      <a:pt x="359" y="386"/>
                    </a:lnTo>
                    <a:lnTo>
                      <a:pt x="347" y="415"/>
                    </a:lnTo>
                    <a:lnTo>
                      <a:pt x="334" y="439"/>
                    </a:lnTo>
                    <a:lnTo>
                      <a:pt x="321" y="466"/>
                    </a:lnTo>
                    <a:lnTo>
                      <a:pt x="72" y="487"/>
                    </a:lnTo>
                    <a:lnTo>
                      <a:pt x="0" y="337"/>
                    </a:lnTo>
                    <a:lnTo>
                      <a:pt x="9" y="61"/>
                    </a:lnTo>
                    <a:lnTo>
                      <a:pt x="129" y="0"/>
                    </a:lnTo>
                    <a:lnTo>
                      <a:pt x="330" y="72"/>
                    </a:lnTo>
                    <a:lnTo>
                      <a:pt x="401" y="131"/>
                    </a:lnTo>
                    <a:close/>
                  </a:path>
                </a:pathLst>
              </a:custGeom>
              <a:solidFill>
                <a:srgbClr val="C0C0C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150"/>
              <p:cNvSpPr>
                <a:spLocks/>
              </p:cNvSpPr>
              <p:nvPr/>
            </p:nvSpPr>
            <p:spPr bwMode="auto">
              <a:xfrm>
                <a:off x="1258" y="2423"/>
                <a:ext cx="104" cy="351"/>
              </a:xfrm>
              <a:custGeom>
                <a:avLst/>
                <a:gdLst>
                  <a:gd name="T0" fmla="*/ 0 w 207"/>
                  <a:gd name="T1" fmla="*/ 0 h 704"/>
                  <a:gd name="T2" fmla="*/ 0 w 207"/>
                  <a:gd name="T3" fmla="*/ 0 h 704"/>
                  <a:gd name="T4" fmla="*/ 1 w 207"/>
                  <a:gd name="T5" fmla="*/ 0 h 704"/>
                  <a:gd name="T6" fmla="*/ 1 w 207"/>
                  <a:gd name="T7" fmla="*/ 0 h 704"/>
                  <a:gd name="T8" fmla="*/ 1 w 207"/>
                  <a:gd name="T9" fmla="*/ 0 h 704"/>
                  <a:gd name="T10" fmla="*/ 1 w 207"/>
                  <a:gd name="T11" fmla="*/ 0 h 704"/>
                  <a:gd name="T12" fmla="*/ 1 w 207"/>
                  <a:gd name="T13" fmla="*/ 0 h 704"/>
                  <a:gd name="T14" fmla="*/ 1 w 207"/>
                  <a:gd name="T15" fmla="*/ 0 h 704"/>
                  <a:gd name="T16" fmla="*/ 1 w 207"/>
                  <a:gd name="T17" fmla="*/ 0 h 704"/>
                  <a:gd name="T18" fmla="*/ 1 w 207"/>
                  <a:gd name="T19" fmla="*/ 0 h 704"/>
                  <a:gd name="T20" fmla="*/ 1 w 207"/>
                  <a:gd name="T21" fmla="*/ 0 h 704"/>
                  <a:gd name="T22" fmla="*/ 1 w 207"/>
                  <a:gd name="T23" fmla="*/ 0 h 704"/>
                  <a:gd name="T24" fmla="*/ 1 w 207"/>
                  <a:gd name="T25" fmla="*/ 0 h 704"/>
                  <a:gd name="T26" fmla="*/ 1 w 207"/>
                  <a:gd name="T27" fmla="*/ 0 h 704"/>
                  <a:gd name="T28" fmla="*/ 1 w 207"/>
                  <a:gd name="T29" fmla="*/ 0 h 704"/>
                  <a:gd name="T30" fmla="*/ 1 w 207"/>
                  <a:gd name="T31" fmla="*/ 0 h 704"/>
                  <a:gd name="T32" fmla="*/ 1 w 207"/>
                  <a:gd name="T33" fmla="*/ 0 h 704"/>
                  <a:gd name="T34" fmla="*/ 1 w 207"/>
                  <a:gd name="T35" fmla="*/ 0 h 704"/>
                  <a:gd name="T36" fmla="*/ 1 w 207"/>
                  <a:gd name="T37" fmla="*/ 0 h 704"/>
                  <a:gd name="T38" fmla="*/ 1 w 207"/>
                  <a:gd name="T39" fmla="*/ 0 h 704"/>
                  <a:gd name="T40" fmla="*/ 1 w 207"/>
                  <a:gd name="T41" fmla="*/ 0 h 704"/>
                  <a:gd name="T42" fmla="*/ 0 w 207"/>
                  <a:gd name="T43" fmla="*/ 0 h 704"/>
                  <a:gd name="T44" fmla="*/ 0 w 207"/>
                  <a:gd name="T45" fmla="*/ 0 h 704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207"/>
                  <a:gd name="T70" fmla="*/ 0 h 704"/>
                  <a:gd name="T71" fmla="*/ 207 w 207"/>
                  <a:gd name="T72" fmla="*/ 704 h 704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207" h="704">
                    <a:moveTo>
                      <a:pt x="0" y="0"/>
                    </a:moveTo>
                    <a:lnTo>
                      <a:pt x="0" y="6"/>
                    </a:lnTo>
                    <a:lnTo>
                      <a:pt x="2" y="21"/>
                    </a:lnTo>
                    <a:lnTo>
                      <a:pt x="3" y="46"/>
                    </a:lnTo>
                    <a:lnTo>
                      <a:pt x="7" y="82"/>
                    </a:lnTo>
                    <a:lnTo>
                      <a:pt x="9" y="122"/>
                    </a:lnTo>
                    <a:lnTo>
                      <a:pt x="15" y="168"/>
                    </a:lnTo>
                    <a:lnTo>
                      <a:pt x="19" y="221"/>
                    </a:lnTo>
                    <a:lnTo>
                      <a:pt x="22" y="276"/>
                    </a:lnTo>
                    <a:lnTo>
                      <a:pt x="24" y="331"/>
                    </a:lnTo>
                    <a:lnTo>
                      <a:pt x="28" y="388"/>
                    </a:lnTo>
                    <a:lnTo>
                      <a:pt x="30" y="445"/>
                    </a:lnTo>
                    <a:lnTo>
                      <a:pt x="32" y="502"/>
                    </a:lnTo>
                    <a:lnTo>
                      <a:pt x="30" y="554"/>
                    </a:lnTo>
                    <a:lnTo>
                      <a:pt x="26" y="601"/>
                    </a:lnTo>
                    <a:lnTo>
                      <a:pt x="22" y="647"/>
                    </a:lnTo>
                    <a:lnTo>
                      <a:pt x="17" y="685"/>
                    </a:lnTo>
                    <a:lnTo>
                      <a:pt x="95" y="704"/>
                    </a:lnTo>
                    <a:lnTo>
                      <a:pt x="117" y="691"/>
                    </a:lnTo>
                    <a:lnTo>
                      <a:pt x="165" y="662"/>
                    </a:lnTo>
                    <a:lnTo>
                      <a:pt x="207" y="17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0C0C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Freeform 151"/>
              <p:cNvSpPr>
                <a:spLocks/>
              </p:cNvSpPr>
              <p:nvPr/>
            </p:nvSpPr>
            <p:spPr bwMode="auto">
              <a:xfrm>
                <a:off x="1285" y="2510"/>
                <a:ext cx="23" cy="258"/>
              </a:xfrm>
              <a:custGeom>
                <a:avLst/>
                <a:gdLst>
                  <a:gd name="T0" fmla="*/ 0 w 45"/>
                  <a:gd name="T1" fmla="*/ 1 h 516"/>
                  <a:gd name="T2" fmla="*/ 1 w 45"/>
                  <a:gd name="T3" fmla="*/ 0 h 516"/>
                  <a:gd name="T4" fmla="*/ 1 w 45"/>
                  <a:gd name="T5" fmla="*/ 1 h 516"/>
                  <a:gd name="T6" fmla="*/ 1 w 45"/>
                  <a:gd name="T7" fmla="*/ 1 h 516"/>
                  <a:gd name="T8" fmla="*/ 1 w 45"/>
                  <a:gd name="T9" fmla="*/ 1 h 516"/>
                  <a:gd name="T10" fmla="*/ 1 w 45"/>
                  <a:gd name="T11" fmla="*/ 1 h 516"/>
                  <a:gd name="T12" fmla="*/ 1 w 45"/>
                  <a:gd name="T13" fmla="*/ 1 h 516"/>
                  <a:gd name="T14" fmla="*/ 1 w 45"/>
                  <a:gd name="T15" fmla="*/ 1 h 516"/>
                  <a:gd name="T16" fmla="*/ 1 w 45"/>
                  <a:gd name="T17" fmla="*/ 1 h 516"/>
                  <a:gd name="T18" fmla="*/ 1 w 45"/>
                  <a:gd name="T19" fmla="*/ 1 h 516"/>
                  <a:gd name="T20" fmla="*/ 1 w 45"/>
                  <a:gd name="T21" fmla="*/ 1 h 516"/>
                  <a:gd name="T22" fmla="*/ 1 w 45"/>
                  <a:gd name="T23" fmla="*/ 1 h 516"/>
                  <a:gd name="T24" fmla="*/ 1 w 45"/>
                  <a:gd name="T25" fmla="*/ 1 h 516"/>
                  <a:gd name="T26" fmla="*/ 1 w 45"/>
                  <a:gd name="T27" fmla="*/ 1 h 516"/>
                  <a:gd name="T28" fmla="*/ 1 w 45"/>
                  <a:gd name="T29" fmla="*/ 1 h 516"/>
                  <a:gd name="T30" fmla="*/ 1 w 45"/>
                  <a:gd name="T31" fmla="*/ 1 h 516"/>
                  <a:gd name="T32" fmla="*/ 1 w 45"/>
                  <a:gd name="T33" fmla="*/ 1 h 516"/>
                  <a:gd name="T34" fmla="*/ 0 w 45"/>
                  <a:gd name="T35" fmla="*/ 1 h 516"/>
                  <a:gd name="T36" fmla="*/ 0 w 45"/>
                  <a:gd name="T37" fmla="*/ 1 h 51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45"/>
                  <a:gd name="T58" fmla="*/ 0 h 516"/>
                  <a:gd name="T59" fmla="*/ 45 w 45"/>
                  <a:gd name="T60" fmla="*/ 516 h 51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45" h="516">
                    <a:moveTo>
                      <a:pt x="0" y="499"/>
                    </a:moveTo>
                    <a:lnTo>
                      <a:pt x="36" y="0"/>
                    </a:lnTo>
                    <a:lnTo>
                      <a:pt x="36" y="4"/>
                    </a:lnTo>
                    <a:lnTo>
                      <a:pt x="36" y="10"/>
                    </a:lnTo>
                    <a:lnTo>
                      <a:pt x="38" y="19"/>
                    </a:lnTo>
                    <a:lnTo>
                      <a:pt x="40" y="33"/>
                    </a:lnTo>
                    <a:lnTo>
                      <a:pt x="42" y="50"/>
                    </a:lnTo>
                    <a:lnTo>
                      <a:pt x="42" y="73"/>
                    </a:lnTo>
                    <a:lnTo>
                      <a:pt x="44" y="99"/>
                    </a:lnTo>
                    <a:lnTo>
                      <a:pt x="44" y="130"/>
                    </a:lnTo>
                    <a:lnTo>
                      <a:pt x="45" y="166"/>
                    </a:lnTo>
                    <a:lnTo>
                      <a:pt x="44" y="208"/>
                    </a:lnTo>
                    <a:lnTo>
                      <a:pt x="44" y="257"/>
                    </a:lnTo>
                    <a:lnTo>
                      <a:pt x="42" y="308"/>
                    </a:lnTo>
                    <a:lnTo>
                      <a:pt x="38" y="371"/>
                    </a:lnTo>
                    <a:lnTo>
                      <a:pt x="34" y="440"/>
                    </a:lnTo>
                    <a:lnTo>
                      <a:pt x="30" y="516"/>
                    </a:lnTo>
                    <a:lnTo>
                      <a:pt x="0" y="499"/>
                    </a:lnTo>
                    <a:close/>
                  </a:path>
                </a:pathLst>
              </a:custGeom>
              <a:solidFill>
                <a:srgbClr val="C0C0C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" name="Freeform 152"/>
              <p:cNvSpPr>
                <a:spLocks/>
              </p:cNvSpPr>
              <p:nvPr/>
            </p:nvSpPr>
            <p:spPr bwMode="auto">
              <a:xfrm>
                <a:off x="1178" y="2059"/>
                <a:ext cx="187" cy="377"/>
              </a:xfrm>
              <a:custGeom>
                <a:avLst/>
                <a:gdLst>
                  <a:gd name="T0" fmla="*/ 0 w 375"/>
                  <a:gd name="T1" fmla="*/ 0 h 755"/>
                  <a:gd name="T2" fmla="*/ 0 w 375"/>
                  <a:gd name="T3" fmla="*/ 0 h 755"/>
                  <a:gd name="T4" fmla="*/ 0 w 375"/>
                  <a:gd name="T5" fmla="*/ 0 h 755"/>
                  <a:gd name="T6" fmla="*/ 0 w 375"/>
                  <a:gd name="T7" fmla="*/ 0 h 755"/>
                  <a:gd name="T8" fmla="*/ 0 w 375"/>
                  <a:gd name="T9" fmla="*/ 0 h 755"/>
                  <a:gd name="T10" fmla="*/ 0 w 375"/>
                  <a:gd name="T11" fmla="*/ 0 h 755"/>
                  <a:gd name="T12" fmla="*/ 0 w 375"/>
                  <a:gd name="T13" fmla="*/ 0 h 755"/>
                  <a:gd name="T14" fmla="*/ 0 w 375"/>
                  <a:gd name="T15" fmla="*/ 0 h 755"/>
                  <a:gd name="T16" fmla="*/ 0 w 375"/>
                  <a:gd name="T17" fmla="*/ 0 h 755"/>
                  <a:gd name="T18" fmla="*/ 0 w 375"/>
                  <a:gd name="T19" fmla="*/ 0 h 755"/>
                  <a:gd name="T20" fmla="*/ 0 w 375"/>
                  <a:gd name="T21" fmla="*/ 0 h 755"/>
                  <a:gd name="T22" fmla="*/ 0 w 375"/>
                  <a:gd name="T23" fmla="*/ 0 h 755"/>
                  <a:gd name="T24" fmla="*/ 0 w 375"/>
                  <a:gd name="T25" fmla="*/ 0 h 75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375"/>
                  <a:gd name="T40" fmla="*/ 0 h 755"/>
                  <a:gd name="T41" fmla="*/ 375 w 375"/>
                  <a:gd name="T42" fmla="*/ 755 h 755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375" h="755">
                    <a:moveTo>
                      <a:pt x="283" y="576"/>
                    </a:moveTo>
                    <a:lnTo>
                      <a:pt x="375" y="74"/>
                    </a:lnTo>
                    <a:lnTo>
                      <a:pt x="295" y="0"/>
                    </a:lnTo>
                    <a:lnTo>
                      <a:pt x="165" y="10"/>
                    </a:lnTo>
                    <a:lnTo>
                      <a:pt x="17" y="487"/>
                    </a:lnTo>
                    <a:lnTo>
                      <a:pt x="0" y="641"/>
                    </a:lnTo>
                    <a:lnTo>
                      <a:pt x="29" y="702"/>
                    </a:lnTo>
                    <a:lnTo>
                      <a:pt x="124" y="755"/>
                    </a:lnTo>
                    <a:lnTo>
                      <a:pt x="162" y="728"/>
                    </a:lnTo>
                    <a:lnTo>
                      <a:pt x="137" y="588"/>
                    </a:lnTo>
                    <a:lnTo>
                      <a:pt x="222" y="599"/>
                    </a:lnTo>
                    <a:lnTo>
                      <a:pt x="283" y="576"/>
                    </a:lnTo>
                    <a:close/>
                  </a:path>
                </a:pathLst>
              </a:custGeom>
              <a:solidFill>
                <a:srgbClr val="C0C0C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Freeform 153"/>
              <p:cNvSpPr>
                <a:spLocks/>
              </p:cNvSpPr>
              <p:nvPr/>
            </p:nvSpPr>
            <p:spPr bwMode="auto">
              <a:xfrm>
                <a:off x="1111" y="2074"/>
                <a:ext cx="208" cy="335"/>
              </a:xfrm>
              <a:custGeom>
                <a:avLst/>
                <a:gdLst>
                  <a:gd name="T0" fmla="*/ 1 w 416"/>
                  <a:gd name="T1" fmla="*/ 0 h 671"/>
                  <a:gd name="T2" fmla="*/ 1 w 416"/>
                  <a:gd name="T3" fmla="*/ 0 h 671"/>
                  <a:gd name="T4" fmla="*/ 1 w 416"/>
                  <a:gd name="T5" fmla="*/ 0 h 671"/>
                  <a:gd name="T6" fmla="*/ 1 w 416"/>
                  <a:gd name="T7" fmla="*/ 0 h 671"/>
                  <a:gd name="T8" fmla="*/ 1 w 416"/>
                  <a:gd name="T9" fmla="*/ 0 h 671"/>
                  <a:gd name="T10" fmla="*/ 1 w 416"/>
                  <a:gd name="T11" fmla="*/ 0 h 671"/>
                  <a:gd name="T12" fmla="*/ 1 w 416"/>
                  <a:gd name="T13" fmla="*/ 0 h 671"/>
                  <a:gd name="T14" fmla="*/ 1 w 416"/>
                  <a:gd name="T15" fmla="*/ 0 h 671"/>
                  <a:gd name="T16" fmla="*/ 1 w 416"/>
                  <a:gd name="T17" fmla="*/ 0 h 671"/>
                  <a:gd name="T18" fmla="*/ 1 w 416"/>
                  <a:gd name="T19" fmla="*/ 0 h 671"/>
                  <a:gd name="T20" fmla="*/ 1 w 416"/>
                  <a:gd name="T21" fmla="*/ 0 h 671"/>
                  <a:gd name="T22" fmla="*/ 1 w 416"/>
                  <a:gd name="T23" fmla="*/ 0 h 671"/>
                  <a:gd name="T24" fmla="*/ 1 w 416"/>
                  <a:gd name="T25" fmla="*/ 0 h 671"/>
                  <a:gd name="T26" fmla="*/ 1 w 416"/>
                  <a:gd name="T27" fmla="*/ 0 h 671"/>
                  <a:gd name="T28" fmla="*/ 1 w 416"/>
                  <a:gd name="T29" fmla="*/ 0 h 671"/>
                  <a:gd name="T30" fmla="*/ 1 w 416"/>
                  <a:gd name="T31" fmla="*/ 0 h 671"/>
                  <a:gd name="T32" fmla="*/ 1 w 416"/>
                  <a:gd name="T33" fmla="*/ 0 h 671"/>
                  <a:gd name="T34" fmla="*/ 1 w 416"/>
                  <a:gd name="T35" fmla="*/ 0 h 671"/>
                  <a:gd name="T36" fmla="*/ 1 w 416"/>
                  <a:gd name="T37" fmla="*/ 0 h 671"/>
                  <a:gd name="T38" fmla="*/ 1 w 416"/>
                  <a:gd name="T39" fmla="*/ 0 h 671"/>
                  <a:gd name="T40" fmla="*/ 1 w 416"/>
                  <a:gd name="T41" fmla="*/ 0 h 671"/>
                  <a:gd name="T42" fmla="*/ 1 w 416"/>
                  <a:gd name="T43" fmla="*/ 0 h 671"/>
                  <a:gd name="T44" fmla="*/ 1 w 416"/>
                  <a:gd name="T45" fmla="*/ 0 h 671"/>
                  <a:gd name="T46" fmla="*/ 1 w 416"/>
                  <a:gd name="T47" fmla="*/ 0 h 671"/>
                  <a:gd name="T48" fmla="*/ 1 w 416"/>
                  <a:gd name="T49" fmla="*/ 0 h 671"/>
                  <a:gd name="T50" fmla="*/ 1 w 416"/>
                  <a:gd name="T51" fmla="*/ 0 h 671"/>
                  <a:gd name="T52" fmla="*/ 1 w 416"/>
                  <a:gd name="T53" fmla="*/ 0 h 671"/>
                  <a:gd name="T54" fmla="*/ 1 w 416"/>
                  <a:gd name="T55" fmla="*/ 0 h 671"/>
                  <a:gd name="T56" fmla="*/ 1 w 416"/>
                  <a:gd name="T57" fmla="*/ 0 h 671"/>
                  <a:gd name="T58" fmla="*/ 1 w 416"/>
                  <a:gd name="T59" fmla="*/ 0 h 671"/>
                  <a:gd name="T60" fmla="*/ 1 w 416"/>
                  <a:gd name="T61" fmla="*/ 0 h 671"/>
                  <a:gd name="T62" fmla="*/ 1 w 416"/>
                  <a:gd name="T63" fmla="*/ 0 h 671"/>
                  <a:gd name="T64" fmla="*/ 1 w 416"/>
                  <a:gd name="T65" fmla="*/ 0 h 671"/>
                  <a:gd name="T66" fmla="*/ 1 w 416"/>
                  <a:gd name="T67" fmla="*/ 0 h 671"/>
                  <a:gd name="T68" fmla="*/ 1 w 416"/>
                  <a:gd name="T69" fmla="*/ 0 h 671"/>
                  <a:gd name="T70" fmla="*/ 1 w 416"/>
                  <a:gd name="T71" fmla="*/ 0 h 671"/>
                  <a:gd name="T72" fmla="*/ 1 w 416"/>
                  <a:gd name="T73" fmla="*/ 0 h 671"/>
                  <a:gd name="T74" fmla="*/ 1 w 416"/>
                  <a:gd name="T75" fmla="*/ 0 h 671"/>
                  <a:gd name="T76" fmla="*/ 1 w 416"/>
                  <a:gd name="T77" fmla="*/ 0 h 671"/>
                  <a:gd name="T78" fmla="*/ 1 w 416"/>
                  <a:gd name="T79" fmla="*/ 0 h 671"/>
                  <a:gd name="T80" fmla="*/ 0 w 416"/>
                  <a:gd name="T81" fmla="*/ 0 h 671"/>
                  <a:gd name="T82" fmla="*/ 1 w 416"/>
                  <a:gd name="T83" fmla="*/ 0 h 671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416"/>
                  <a:gd name="T127" fmla="*/ 0 h 671"/>
                  <a:gd name="T128" fmla="*/ 416 w 416"/>
                  <a:gd name="T129" fmla="*/ 671 h 671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416" h="671">
                    <a:moveTo>
                      <a:pt x="361" y="0"/>
                    </a:moveTo>
                    <a:lnTo>
                      <a:pt x="359" y="2"/>
                    </a:lnTo>
                    <a:lnTo>
                      <a:pt x="355" y="9"/>
                    </a:lnTo>
                    <a:lnTo>
                      <a:pt x="350" y="22"/>
                    </a:lnTo>
                    <a:lnTo>
                      <a:pt x="344" y="40"/>
                    </a:lnTo>
                    <a:lnTo>
                      <a:pt x="336" y="59"/>
                    </a:lnTo>
                    <a:lnTo>
                      <a:pt x="329" y="81"/>
                    </a:lnTo>
                    <a:lnTo>
                      <a:pt x="321" y="106"/>
                    </a:lnTo>
                    <a:lnTo>
                      <a:pt x="316" y="135"/>
                    </a:lnTo>
                    <a:lnTo>
                      <a:pt x="310" y="161"/>
                    </a:lnTo>
                    <a:lnTo>
                      <a:pt x="304" y="190"/>
                    </a:lnTo>
                    <a:lnTo>
                      <a:pt x="302" y="216"/>
                    </a:lnTo>
                    <a:lnTo>
                      <a:pt x="304" y="243"/>
                    </a:lnTo>
                    <a:lnTo>
                      <a:pt x="308" y="268"/>
                    </a:lnTo>
                    <a:lnTo>
                      <a:pt x="316" y="291"/>
                    </a:lnTo>
                    <a:lnTo>
                      <a:pt x="327" y="310"/>
                    </a:lnTo>
                    <a:lnTo>
                      <a:pt x="342" y="327"/>
                    </a:lnTo>
                    <a:lnTo>
                      <a:pt x="340" y="327"/>
                    </a:lnTo>
                    <a:lnTo>
                      <a:pt x="336" y="327"/>
                    </a:lnTo>
                    <a:lnTo>
                      <a:pt x="329" y="329"/>
                    </a:lnTo>
                    <a:lnTo>
                      <a:pt x="321" y="334"/>
                    </a:lnTo>
                    <a:lnTo>
                      <a:pt x="312" y="336"/>
                    </a:lnTo>
                    <a:lnTo>
                      <a:pt x="302" y="344"/>
                    </a:lnTo>
                    <a:lnTo>
                      <a:pt x="293" y="351"/>
                    </a:lnTo>
                    <a:lnTo>
                      <a:pt x="283" y="361"/>
                    </a:lnTo>
                    <a:lnTo>
                      <a:pt x="274" y="370"/>
                    </a:lnTo>
                    <a:lnTo>
                      <a:pt x="264" y="382"/>
                    </a:lnTo>
                    <a:lnTo>
                      <a:pt x="257" y="395"/>
                    </a:lnTo>
                    <a:lnTo>
                      <a:pt x="251" y="412"/>
                    </a:lnTo>
                    <a:lnTo>
                      <a:pt x="247" y="429"/>
                    </a:lnTo>
                    <a:lnTo>
                      <a:pt x="247" y="448"/>
                    </a:lnTo>
                    <a:lnTo>
                      <a:pt x="249" y="469"/>
                    </a:lnTo>
                    <a:lnTo>
                      <a:pt x="257" y="494"/>
                    </a:lnTo>
                    <a:lnTo>
                      <a:pt x="259" y="496"/>
                    </a:lnTo>
                    <a:lnTo>
                      <a:pt x="264" y="498"/>
                    </a:lnTo>
                    <a:lnTo>
                      <a:pt x="272" y="502"/>
                    </a:lnTo>
                    <a:lnTo>
                      <a:pt x="279" y="505"/>
                    </a:lnTo>
                    <a:lnTo>
                      <a:pt x="291" y="511"/>
                    </a:lnTo>
                    <a:lnTo>
                      <a:pt x="302" y="515"/>
                    </a:lnTo>
                    <a:lnTo>
                      <a:pt x="314" y="523"/>
                    </a:lnTo>
                    <a:lnTo>
                      <a:pt x="327" y="526"/>
                    </a:lnTo>
                    <a:lnTo>
                      <a:pt x="338" y="530"/>
                    </a:lnTo>
                    <a:lnTo>
                      <a:pt x="352" y="534"/>
                    </a:lnTo>
                    <a:lnTo>
                      <a:pt x="367" y="540"/>
                    </a:lnTo>
                    <a:lnTo>
                      <a:pt x="378" y="542"/>
                    </a:lnTo>
                    <a:lnTo>
                      <a:pt x="392" y="545"/>
                    </a:lnTo>
                    <a:lnTo>
                      <a:pt x="403" y="545"/>
                    </a:lnTo>
                    <a:lnTo>
                      <a:pt x="416" y="545"/>
                    </a:lnTo>
                    <a:lnTo>
                      <a:pt x="384" y="591"/>
                    </a:lnTo>
                    <a:lnTo>
                      <a:pt x="382" y="591"/>
                    </a:lnTo>
                    <a:lnTo>
                      <a:pt x="378" y="591"/>
                    </a:lnTo>
                    <a:lnTo>
                      <a:pt x="373" y="587"/>
                    </a:lnTo>
                    <a:lnTo>
                      <a:pt x="365" y="587"/>
                    </a:lnTo>
                    <a:lnTo>
                      <a:pt x="355" y="585"/>
                    </a:lnTo>
                    <a:lnTo>
                      <a:pt x="346" y="583"/>
                    </a:lnTo>
                    <a:lnTo>
                      <a:pt x="335" y="580"/>
                    </a:lnTo>
                    <a:lnTo>
                      <a:pt x="321" y="578"/>
                    </a:lnTo>
                    <a:lnTo>
                      <a:pt x="308" y="572"/>
                    </a:lnTo>
                    <a:lnTo>
                      <a:pt x="295" y="568"/>
                    </a:lnTo>
                    <a:lnTo>
                      <a:pt x="279" y="562"/>
                    </a:lnTo>
                    <a:lnTo>
                      <a:pt x="264" y="559"/>
                    </a:lnTo>
                    <a:lnTo>
                      <a:pt x="249" y="553"/>
                    </a:lnTo>
                    <a:lnTo>
                      <a:pt x="234" y="545"/>
                    </a:lnTo>
                    <a:lnTo>
                      <a:pt x="220" y="538"/>
                    </a:lnTo>
                    <a:lnTo>
                      <a:pt x="207" y="532"/>
                    </a:lnTo>
                    <a:lnTo>
                      <a:pt x="203" y="534"/>
                    </a:lnTo>
                    <a:lnTo>
                      <a:pt x="196" y="540"/>
                    </a:lnTo>
                    <a:lnTo>
                      <a:pt x="190" y="545"/>
                    </a:lnTo>
                    <a:lnTo>
                      <a:pt x="186" y="553"/>
                    </a:lnTo>
                    <a:lnTo>
                      <a:pt x="181" y="559"/>
                    </a:lnTo>
                    <a:lnTo>
                      <a:pt x="177" y="568"/>
                    </a:lnTo>
                    <a:lnTo>
                      <a:pt x="171" y="578"/>
                    </a:lnTo>
                    <a:lnTo>
                      <a:pt x="167" y="587"/>
                    </a:lnTo>
                    <a:lnTo>
                      <a:pt x="163" y="600"/>
                    </a:lnTo>
                    <a:lnTo>
                      <a:pt x="162" y="612"/>
                    </a:lnTo>
                    <a:lnTo>
                      <a:pt x="158" y="625"/>
                    </a:lnTo>
                    <a:lnTo>
                      <a:pt x="158" y="639"/>
                    </a:lnTo>
                    <a:lnTo>
                      <a:pt x="158" y="654"/>
                    </a:lnTo>
                    <a:lnTo>
                      <a:pt x="162" y="671"/>
                    </a:lnTo>
                    <a:lnTo>
                      <a:pt x="76" y="583"/>
                    </a:lnTo>
                    <a:lnTo>
                      <a:pt x="93" y="437"/>
                    </a:lnTo>
                    <a:lnTo>
                      <a:pt x="0" y="266"/>
                    </a:lnTo>
                    <a:lnTo>
                      <a:pt x="8" y="121"/>
                    </a:lnTo>
                    <a:lnTo>
                      <a:pt x="361" y="0"/>
                    </a:lnTo>
                    <a:close/>
                  </a:path>
                </a:pathLst>
              </a:custGeom>
              <a:solidFill>
                <a:srgbClr val="C0C0C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Freeform 154"/>
              <p:cNvSpPr>
                <a:spLocks/>
              </p:cNvSpPr>
              <p:nvPr/>
            </p:nvSpPr>
            <p:spPr bwMode="auto">
              <a:xfrm>
                <a:off x="1282" y="2781"/>
                <a:ext cx="219" cy="112"/>
              </a:xfrm>
              <a:custGeom>
                <a:avLst/>
                <a:gdLst>
                  <a:gd name="T0" fmla="*/ 1 w 437"/>
                  <a:gd name="T1" fmla="*/ 0 h 225"/>
                  <a:gd name="T2" fmla="*/ 1 w 437"/>
                  <a:gd name="T3" fmla="*/ 0 h 225"/>
                  <a:gd name="T4" fmla="*/ 1 w 437"/>
                  <a:gd name="T5" fmla="*/ 0 h 225"/>
                  <a:gd name="T6" fmla="*/ 1 w 437"/>
                  <a:gd name="T7" fmla="*/ 0 h 225"/>
                  <a:gd name="T8" fmla="*/ 1 w 437"/>
                  <a:gd name="T9" fmla="*/ 0 h 225"/>
                  <a:gd name="T10" fmla="*/ 1 w 437"/>
                  <a:gd name="T11" fmla="*/ 0 h 225"/>
                  <a:gd name="T12" fmla="*/ 1 w 437"/>
                  <a:gd name="T13" fmla="*/ 0 h 225"/>
                  <a:gd name="T14" fmla="*/ 1 w 437"/>
                  <a:gd name="T15" fmla="*/ 0 h 225"/>
                  <a:gd name="T16" fmla="*/ 0 w 437"/>
                  <a:gd name="T17" fmla="*/ 0 h 225"/>
                  <a:gd name="T18" fmla="*/ 1 w 437"/>
                  <a:gd name="T19" fmla="*/ 0 h 225"/>
                  <a:gd name="T20" fmla="*/ 1 w 437"/>
                  <a:gd name="T21" fmla="*/ 0 h 22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437"/>
                  <a:gd name="T34" fmla="*/ 0 h 225"/>
                  <a:gd name="T35" fmla="*/ 437 w 437"/>
                  <a:gd name="T36" fmla="*/ 225 h 22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437" h="225">
                    <a:moveTo>
                      <a:pt x="50" y="65"/>
                    </a:moveTo>
                    <a:lnTo>
                      <a:pt x="204" y="65"/>
                    </a:lnTo>
                    <a:lnTo>
                      <a:pt x="291" y="0"/>
                    </a:lnTo>
                    <a:lnTo>
                      <a:pt x="333" y="69"/>
                    </a:lnTo>
                    <a:lnTo>
                      <a:pt x="437" y="190"/>
                    </a:lnTo>
                    <a:lnTo>
                      <a:pt x="361" y="225"/>
                    </a:lnTo>
                    <a:lnTo>
                      <a:pt x="299" y="223"/>
                    </a:lnTo>
                    <a:lnTo>
                      <a:pt x="188" y="196"/>
                    </a:lnTo>
                    <a:lnTo>
                      <a:pt x="0" y="131"/>
                    </a:lnTo>
                    <a:lnTo>
                      <a:pt x="50" y="65"/>
                    </a:lnTo>
                    <a:close/>
                  </a:path>
                </a:pathLst>
              </a:custGeom>
              <a:solidFill>
                <a:srgbClr val="C0C0C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Freeform 155"/>
              <p:cNvSpPr>
                <a:spLocks/>
              </p:cNvSpPr>
              <p:nvPr/>
            </p:nvSpPr>
            <p:spPr bwMode="auto">
              <a:xfrm>
                <a:off x="960" y="2481"/>
                <a:ext cx="347" cy="417"/>
              </a:xfrm>
              <a:custGeom>
                <a:avLst/>
                <a:gdLst>
                  <a:gd name="T0" fmla="*/ 0 w 694"/>
                  <a:gd name="T1" fmla="*/ 0 h 835"/>
                  <a:gd name="T2" fmla="*/ 1 w 694"/>
                  <a:gd name="T3" fmla="*/ 0 h 835"/>
                  <a:gd name="T4" fmla="*/ 1 w 694"/>
                  <a:gd name="T5" fmla="*/ 0 h 835"/>
                  <a:gd name="T6" fmla="*/ 1 w 694"/>
                  <a:gd name="T7" fmla="*/ 0 h 835"/>
                  <a:gd name="T8" fmla="*/ 1 w 694"/>
                  <a:gd name="T9" fmla="*/ 0 h 835"/>
                  <a:gd name="T10" fmla="*/ 1 w 694"/>
                  <a:gd name="T11" fmla="*/ 0 h 835"/>
                  <a:gd name="T12" fmla="*/ 1 w 694"/>
                  <a:gd name="T13" fmla="*/ 0 h 835"/>
                  <a:gd name="T14" fmla="*/ 1 w 694"/>
                  <a:gd name="T15" fmla="*/ 0 h 835"/>
                  <a:gd name="T16" fmla="*/ 1 w 694"/>
                  <a:gd name="T17" fmla="*/ 0 h 835"/>
                  <a:gd name="T18" fmla="*/ 0 w 694"/>
                  <a:gd name="T19" fmla="*/ 0 h 835"/>
                  <a:gd name="T20" fmla="*/ 0 w 694"/>
                  <a:gd name="T21" fmla="*/ 0 h 83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694"/>
                  <a:gd name="T34" fmla="*/ 0 h 835"/>
                  <a:gd name="T35" fmla="*/ 694 w 694"/>
                  <a:gd name="T36" fmla="*/ 835 h 83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694" h="835">
                    <a:moveTo>
                      <a:pt x="0" y="31"/>
                    </a:moveTo>
                    <a:lnTo>
                      <a:pt x="216" y="677"/>
                    </a:lnTo>
                    <a:lnTo>
                      <a:pt x="618" y="835"/>
                    </a:lnTo>
                    <a:lnTo>
                      <a:pt x="671" y="761"/>
                    </a:lnTo>
                    <a:lnTo>
                      <a:pt x="694" y="704"/>
                    </a:lnTo>
                    <a:lnTo>
                      <a:pt x="559" y="533"/>
                    </a:lnTo>
                    <a:lnTo>
                      <a:pt x="538" y="436"/>
                    </a:lnTo>
                    <a:lnTo>
                      <a:pt x="369" y="94"/>
                    </a:lnTo>
                    <a:lnTo>
                      <a:pt x="138" y="0"/>
                    </a:lnTo>
                    <a:lnTo>
                      <a:pt x="0" y="31"/>
                    </a:lnTo>
                    <a:close/>
                  </a:path>
                </a:pathLst>
              </a:custGeom>
              <a:solidFill>
                <a:srgbClr val="C0C0C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Freeform 156"/>
              <p:cNvSpPr>
                <a:spLocks/>
              </p:cNvSpPr>
              <p:nvPr/>
            </p:nvSpPr>
            <p:spPr bwMode="auto">
              <a:xfrm>
                <a:off x="1075" y="2006"/>
                <a:ext cx="290" cy="299"/>
              </a:xfrm>
              <a:custGeom>
                <a:avLst/>
                <a:gdLst>
                  <a:gd name="T0" fmla="*/ 1 w 580"/>
                  <a:gd name="T1" fmla="*/ 1 h 597"/>
                  <a:gd name="T2" fmla="*/ 1 w 580"/>
                  <a:gd name="T3" fmla="*/ 1 h 597"/>
                  <a:gd name="T4" fmla="*/ 1 w 580"/>
                  <a:gd name="T5" fmla="*/ 1 h 597"/>
                  <a:gd name="T6" fmla="*/ 1 w 580"/>
                  <a:gd name="T7" fmla="*/ 1 h 597"/>
                  <a:gd name="T8" fmla="*/ 1 w 580"/>
                  <a:gd name="T9" fmla="*/ 1 h 597"/>
                  <a:gd name="T10" fmla="*/ 1 w 580"/>
                  <a:gd name="T11" fmla="*/ 1 h 597"/>
                  <a:gd name="T12" fmla="*/ 1 w 580"/>
                  <a:gd name="T13" fmla="*/ 1 h 597"/>
                  <a:gd name="T14" fmla="*/ 1 w 580"/>
                  <a:gd name="T15" fmla="*/ 1 h 597"/>
                  <a:gd name="T16" fmla="*/ 1 w 580"/>
                  <a:gd name="T17" fmla="*/ 1 h 597"/>
                  <a:gd name="T18" fmla="*/ 1 w 580"/>
                  <a:gd name="T19" fmla="*/ 1 h 597"/>
                  <a:gd name="T20" fmla="*/ 1 w 580"/>
                  <a:gd name="T21" fmla="*/ 1 h 597"/>
                  <a:gd name="T22" fmla="*/ 1 w 580"/>
                  <a:gd name="T23" fmla="*/ 1 h 597"/>
                  <a:gd name="T24" fmla="*/ 1 w 580"/>
                  <a:gd name="T25" fmla="*/ 1 h 597"/>
                  <a:gd name="T26" fmla="*/ 1 w 580"/>
                  <a:gd name="T27" fmla="*/ 1 h 597"/>
                  <a:gd name="T28" fmla="*/ 1 w 580"/>
                  <a:gd name="T29" fmla="*/ 1 h 597"/>
                  <a:gd name="T30" fmla="*/ 1 w 580"/>
                  <a:gd name="T31" fmla="*/ 1 h 597"/>
                  <a:gd name="T32" fmla="*/ 1 w 580"/>
                  <a:gd name="T33" fmla="*/ 1 h 597"/>
                  <a:gd name="T34" fmla="*/ 1 w 580"/>
                  <a:gd name="T35" fmla="*/ 1 h 597"/>
                  <a:gd name="T36" fmla="*/ 1 w 580"/>
                  <a:gd name="T37" fmla="*/ 1 h 597"/>
                  <a:gd name="T38" fmla="*/ 1 w 580"/>
                  <a:gd name="T39" fmla="*/ 1 h 597"/>
                  <a:gd name="T40" fmla="*/ 1 w 580"/>
                  <a:gd name="T41" fmla="*/ 1 h 597"/>
                  <a:gd name="T42" fmla="*/ 1 w 580"/>
                  <a:gd name="T43" fmla="*/ 1 h 597"/>
                  <a:gd name="T44" fmla="*/ 1 w 580"/>
                  <a:gd name="T45" fmla="*/ 1 h 597"/>
                  <a:gd name="T46" fmla="*/ 1 w 580"/>
                  <a:gd name="T47" fmla="*/ 1 h 597"/>
                  <a:gd name="T48" fmla="*/ 1 w 580"/>
                  <a:gd name="T49" fmla="*/ 1 h 597"/>
                  <a:gd name="T50" fmla="*/ 1 w 580"/>
                  <a:gd name="T51" fmla="*/ 1 h 597"/>
                  <a:gd name="T52" fmla="*/ 1 w 580"/>
                  <a:gd name="T53" fmla="*/ 1 h 597"/>
                  <a:gd name="T54" fmla="*/ 1 w 580"/>
                  <a:gd name="T55" fmla="*/ 1 h 597"/>
                  <a:gd name="T56" fmla="*/ 1 w 580"/>
                  <a:gd name="T57" fmla="*/ 1 h 597"/>
                  <a:gd name="T58" fmla="*/ 1 w 580"/>
                  <a:gd name="T59" fmla="*/ 1 h 597"/>
                  <a:gd name="T60" fmla="*/ 0 w 580"/>
                  <a:gd name="T61" fmla="*/ 1 h 597"/>
                  <a:gd name="T62" fmla="*/ 1 w 580"/>
                  <a:gd name="T63" fmla="*/ 1 h 597"/>
                  <a:gd name="T64" fmla="*/ 1 w 580"/>
                  <a:gd name="T65" fmla="*/ 1 h 597"/>
                  <a:gd name="T66" fmla="*/ 1 w 580"/>
                  <a:gd name="T67" fmla="*/ 1 h 597"/>
                  <a:gd name="T68" fmla="*/ 1 w 580"/>
                  <a:gd name="T69" fmla="*/ 1 h 597"/>
                  <a:gd name="T70" fmla="*/ 1 w 580"/>
                  <a:gd name="T71" fmla="*/ 0 h 597"/>
                  <a:gd name="T72" fmla="*/ 1 w 580"/>
                  <a:gd name="T73" fmla="*/ 1 h 597"/>
                  <a:gd name="T74" fmla="*/ 1 w 580"/>
                  <a:gd name="T75" fmla="*/ 1 h 597"/>
                  <a:gd name="T76" fmla="*/ 1 w 580"/>
                  <a:gd name="T77" fmla="*/ 1 h 597"/>
                  <a:gd name="T78" fmla="*/ 1 w 580"/>
                  <a:gd name="T79" fmla="*/ 1 h 597"/>
                  <a:gd name="T80" fmla="*/ 1 w 580"/>
                  <a:gd name="T81" fmla="*/ 1 h 597"/>
                  <a:gd name="T82" fmla="*/ 1 w 580"/>
                  <a:gd name="T83" fmla="*/ 1 h 597"/>
                  <a:gd name="T84" fmla="*/ 1 w 580"/>
                  <a:gd name="T85" fmla="*/ 1 h 597"/>
                  <a:gd name="T86" fmla="*/ 1 w 580"/>
                  <a:gd name="T87" fmla="*/ 1 h 597"/>
                  <a:gd name="T88" fmla="*/ 1 w 580"/>
                  <a:gd name="T89" fmla="*/ 1 h 597"/>
                  <a:gd name="T90" fmla="*/ 1 w 580"/>
                  <a:gd name="T91" fmla="*/ 1 h 597"/>
                  <a:gd name="T92" fmla="*/ 1 w 580"/>
                  <a:gd name="T93" fmla="*/ 1 h 597"/>
                  <a:gd name="T94" fmla="*/ 1 w 580"/>
                  <a:gd name="T95" fmla="*/ 1 h 597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580"/>
                  <a:gd name="T145" fmla="*/ 0 h 597"/>
                  <a:gd name="T146" fmla="*/ 580 w 580"/>
                  <a:gd name="T147" fmla="*/ 597 h 597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580" h="597">
                    <a:moveTo>
                      <a:pt x="580" y="178"/>
                    </a:moveTo>
                    <a:lnTo>
                      <a:pt x="576" y="176"/>
                    </a:lnTo>
                    <a:lnTo>
                      <a:pt x="568" y="173"/>
                    </a:lnTo>
                    <a:lnTo>
                      <a:pt x="555" y="169"/>
                    </a:lnTo>
                    <a:lnTo>
                      <a:pt x="540" y="165"/>
                    </a:lnTo>
                    <a:lnTo>
                      <a:pt x="521" y="159"/>
                    </a:lnTo>
                    <a:lnTo>
                      <a:pt x="498" y="157"/>
                    </a:lnTo>
                    <a:lnTo>
                      <a:pt x="473" y="156"/>
                    </a:lnTo>
                    <a:lnTo>
                      <a:pt x="450" y="157"/>
                    </a:lnTo>
                    <a:lnTo>
                      <a:pt x="424" y="161"/>
                    </a:lnTo>
                    <a:lnTo>
                      <a:pt x="399" y="173"/>
                    </a:lnTo>
                    <a:lnTo>
                      <a:pt x="372" y="188"/>
                    </a:lnTo>
                    <a:lnTo>
                      <a:pt x="350" y="209"/>
                    </a:lnTo>
                    <a:lnTo>
                      <a:pt x="327" y="237"/>
                    </a:lnTo>
                    <a:lnTo>
                      <a:pt x="308" y="272"/>
                    </a:lnTo>
                    <a:lnTo>
                      <a:pt x="292" y="317"/>
                    </a:lnTo>
                    <a:lnTo>
                      <a:pt x="281" y="370"/>
                    </a:lnTo>
                    <a:lnTo>
                      <a:pt x="230" y="363"/>
                    </a:lnTo>
                    <a:lnTo>
                      <a:pt x="228" y="359"/>
                    </a:lnTo>
                    <a:lnTo>
                      <a:pt x="224" y="348"/>
                    </a:lnTo>
                    <a:lnTo>
                      <a:pt x="220" y="342"/>
                    </a:lnTo>
                    <a:lnTo>
                      <a:pt x="218" y="336"/>
                    </a:lnTo>
                    <a:lnTo>
                      <a:pt x="215" y="331"/>
                    </a:lnTo>
                    <a:lnTo>
                      <a:pt x="211" y="325"/>
                    </a:lnTo>
                    <a:lnTo>
                      <a:pt x="203" y="321"/>
                    </a:lnTo>
                    <a:lnTo>
                      <a:pt x="196" y="317"/>
                    </a:lnTo>
                    <a:lnTo>
                      <a:pt x="188" y="315"/>
                    </a:lnTo>
                    <a:lnTo>
                      <a:pt x="180" y="315"/>
                    </a:lnTo>
                    <a:lnTo>
                      <a:pt x="169" y="317"/>
                    </a:lnTo>
                    <a:lnTo>
                      <a:pt x="158" y="323"/>
                    </a:lnTo>
                    <a:lnTo>
                      <a:pt x="146" y="331"/>
                    </a:lnTo>
                    <a:lnTo>
                      <a:pt x="133" y="344"/>
                    </a:lnTo>
                    <a:lnTo>
                      <a:pt x="120" y="355"/>
                    </a:lnTo>
                    <a:lnTo>
                      <a:pt x="112" y="369"/>
                    </a:lnTo>
                    <a:lnTo>
                      <a:pt x="108" y="380"/>
                    </a:lnTo>
                    <a:lnTo>
                      <a:pt x="106" y="393"/>
                    </a:lnTo>
                    <a:lnTo>
                      <a:pt x="108" y="403"/>
                    </a:lnTo>
                    <a:lnTo>
                      <a:pt x="112" y="414"/>
                    </a:lnTo>
                    <a:lnTo>
                      <a:pt x="118" y="424"/>
                    </a:lnTo>
                    <a:lnTo>
                      <a:pt x="125" y="433"/>
                    </a:lnTo>
                    <a:lnTo>
                      <a:pt x="131" y="441"/>
                    </a:lnTo>
                    <a:lnTo>
                      <a:pt x="140" y="448"/>
                    </a:lnTo>
                    <a:lnTo>
                      <a:pt x="148" y="454"/>
                    </a:lnTo>
                    <a:lnTo>
                      <a:pt x="158" y="462"/>
                    </a:lnTo>
                    <a:lnTo>
                      <a:pt x="163" y="464"/>
                    </a:lnTo>
                    <a:lnTo>
                      <a:pt x="171" y="469"/>
                    </a:lnTo>
                    <a:lnTo>
                      <a:pt x="173" y="471"/>
                    </a:lnTo>
                    <a:lnTo>
                      <a:pt x="175" y="471"/>
                    </a:lnTo>
                    <a:lnTo>
                      <a:pt x="165" y="597"/>
                    </a:lnTo>
                    <a:lnTo>
                      <a:pt x="161" y="595"/>
                    </a:lnTo>
                    <a:lnTo>
                      <a:pt x="154" y="589"/>
                    </a:lnTo>
                    <a:lnTo>
                      <a:pt x="140" y="581"/>
                    </a:lnTo>
                    <a:lnTo>
                      <a:pt x="125" y="570"/>
                    </a:lnTo>
                    <a:lnTo>
                      <a:pt x="104" y="555"/>
                    </a:lnTo>
                    <a:lnTo>
                      <a:pt x="87" y="538"/>
                    </a:lnTo>
                    <a:lnTo>
                      <a:pt x="68" y="517"/>
                    </a:lnTo>
                    <a:lnTo>
                      <a:pt x="51" y="494"/>
                    </a:lnTo>
                    <a:lnTo>
                      <a:pt x="32" y="465"/>
                    </a:lnTo>
                    <a:lnTo>
                      <a:pt x="17" y="433"/>
                    </a:lnTo>
                    <a:lnTo>
                      <a:pt x="7" y="399"/>
                    </a:lnTo>
                    <a:lnTo>
                      <a:pt x="2" y="361"/>
                    </a:lnTo>
                    <a:lnTo>
                      <a:pt x="0" y="317"/>
                    </a:lnTo>
                    <a:lnTo>
                      <a:pt x="7" y="272"/>
                    </a:lnTo>
                    <a:lnTo>
                      <a:pt x="23" y="222"/>
                    </a:lnTo>
                    <a:lnTo>
                      <a:pt x="45" y="169"/>
                    </a:lnTo>
                    <a:lnTo>
                      <a:pt x="74" y="119"/>
                    </a:lnTo>
                    <a:lnTo>
                      <a:pt x="106" y="80"/>
                    </a:lnTo>
                    <a:lnTo>
                      <a:pt x="140" y="47"/>
                    </a:lnTo>
                    <a:lnTo>
                      <a:pt x="178" y="26"/>
                    </a:lnTo>
                    <a:lnTo>
                      <a:pt x="215" y="11"/>
                    </a:lnTo>
                    <a:lnTo>
                      <a:pt x="254" y="3"/>
                    </a:lnTo>
                    <a:lnTo>
                      <a:pt x="292" y="0"/>
                    </a:lnTo>
                    <a:lnTo>
                      <a:pt x="331" y="2"/>
                    </a:lnTo>
                    <a:lnTo>
                      <a:pt x="365" y="5"/>
                    </a:lnTo>
                    <a:lnTo>
                      <a:pt x="399" y="13"/>
                    </a:lnTo>
                    <a:lnTo>
                      <a:pt x="427" y="22"/>
                    </a:lnTo>
                    <a:lnTo>
                      <a:pt x="454" y="32"/>
                    </a:lnTo>
                    <a:lnTo>
                      <a:pt x="475" y="40"/>
                    </a:lnTo>
                    <a:lnTo>
                      <a:pt x="492" y="49"/>
                    </a:lnTo>
                    <a:lnTo>
                      <a:pt x="502" y="53"/>
                    </a:lnTo>
                    <a:lnTo>
                      <a:pt x="505" y="57"/>
                    </a:lnTo>
                    <a:lnTo>
                      <a:pt x="509" y="57"/>
                    </a:lnTo>
                    <a:lnTo>
                      <a:pt x="519" y="64"/>
                    </a:lnTo>
                    <a:lnTo>
                      <a:pt x="522" y="68"/>
                    </a:lnTo>
                    <a:lnTo>
                      <a:pt x="528" y="74"/>
                    </a:lnTo>
                    <a:lnTo>
                      <a:pt x="536" y="81"/>
                    </a:lnTo>
                    <a:lnTo>
                      <a:pt x="543" y="89"/>
                    </a:lnTo>
                    <a:lnTo>
                      <a:pt x="551" y="97"/>
                    </a:lnTo>
                    <a:lnTo>
                      <a:pt x="557" y="106"/>
                    </a:lnTo>
                    <a:lnTo>
                      <a:pt x="564" y="116"/>
                    </a:lnTo>
                    <a:lnTo>
                      <a:pt x="570" y="127"/>
                    </a:lnTo>
                    <a:lnTo>
                      <a:pt x="574" y="138"/>
                    </a:lnTo>
                    <a:lnTo>
                      <a:pt x="578" y="152"/>
                    </a:lnTo>
                    <a:lnTo>
                      <a:pt x="580" y="165"/>
                    </a:lnTo>
                    <a:lnTo>
                      <a:pt x="580" y="178"/>
                    </a:lnTo>
                    <a:close/>
                  </a:path>
                </a:pathLst>
              </a:custGeom>
              <a:solidFill>
                <a:srgbClr val="C0C0C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Freeform 157"/>
              <p:cNvSpPr>
                <a:spLocks/>
              </p:cNvSpPr>
              <p:nvPr/>
            </p:nvSpPr>
            <p:spPr bwMode="auto">
              <a:xfrm>
                <a:off x="960" y="2378"/>
                <a:ext cx="357" cy="454"/>
              </a:xfrm>
              <a:custGeom>
                <a:avLst/>
                <a:gdLst>
                  <a:gd name="T0" fmla="*/ 1 w 714"/>
                  <a:gd name="T1" fmla="*/ 0 h 909"/>
                  <a:gd name="T2" fmla="*/ 1 w 714"/>
                  <a:gd name="T3" fmla="*/ 0 h 909"/>
                  <a:gd name="T4" fmla="*/ 1 w 714"/>
                  <a:gd name="T5" fmla="*/ 0 h 909"/>
                  <a:gd name="T6" fmla="*/ 1 w 714"/>
                  <a:gd name="T7" fmla="*/ 0 h 909"/>
                  <a:gd name="T8" fmla="*/ 1 w 714"/>
                  <a:gd name="T9" fmla="*/ 0 h 909"/>
                  <a:gd name="T10" fmla="*/ 1 w 714"/>
                  <a:gd name="T11" fmla="*/ 0 h 909"/>
                  <a:gd name="T12" fmla="*/ 1 w 714"/>
                  <a:gd name="T13" fmla="*/ 0 h 909"/>
                  <a:gd name="T14" fmla="*/ 1 w 714"/>
                  <a:gd name="T15" fmla="*/ 0 h 909"/>
                  <a:gd name="T16" fmla="*/ 1 w 714"/>
                  <a:gd name="T17" fmla="*/ 0 h 909"/>
                  <a:gd name="T18" fmla="*/ 1 w 714"/>
                  <a:gd name="T19" fmla="*/ 0 h 909"/>
                  <a:gd name="T20" fmla="*/ 1 w 714"/>
                  <a:gd name="T21" fmla="*/ 0 h 909"/>
                  <a:gd name="T22" fmla="*/ 1 w 714"/>
                  <a:gd name="T23" fmla="*/ 0 h 909"/>
                  <a:gd name="T24" fmla="*/ 1 w 714"/>
                  <a:gd name="T25" fmla="*/ 0 h 909"/>
                  <a:gd name="T26" fmla="*/ 1 w 714"/>
                  <a:gd name="T27" fmla="*/ 0 h 909"/>
                  <a:gd name="T28" fmla="*/ 1 w 714"/>
                  <a:gd name="T29" fmla="*/ 0 h 909"/>
                  <a:gd name="T30" fmla="*/ 1 w 714"/>
                  <a:gd name="T31" fmla="*/ 0 h 909"/>
                  <a:gd name="T32" fmla="*/ 1 w 714"/>
                  <a:gd name="T33" fmla="*/ 0 h 909"/>
                  <a:gd name="T34" fmla="*/ 1 w 714"/>
                  <a:gd name="T35" fmla="*/ 0 h 909"/>
                  <a:gd name="T36" fmla="*/ 1 w 714"/>
                  <a:gd name="T37" fmla="*/ 0 h 909"/>
                  <a:gd name="T38" fmla="*/ 1 w 714"/>
                  <a:gd name="T39" fmla="*/ 0 h 909"/>
                  <a:gd name="T40" fmla="*/ 1 w 714"/>
                  <a:gd name="T41" fmla="*/ 0 h 909"/>
                  <a:gd name="T42" fmla="*/ 1 w 714"/>
                  <a:gd name="T43" fmla="*/ 0 h 909"/>
                  <a:gd name="T44" fmla="*/ 1 w 714"/>
                  <a:gd name="T45" fmla="*/ 0 h 909"/>
                  <a:gd name="T46" fmla="*/ 1 w 714"/>
                  <a:gd name="T47" fmla="*/ 0 h 909"/>
                  <a:gd name="T48" fmla="*/ 1 w 714"/>
                  <a:gd name="T49" fmla="*/ 0 h 909"/>
                  <a:gd name="T50" fmla="*/ 0 w 714"/>
                  <a:gd name="T51" fmla="*/ 0 h 909"/>
                  <a:gd name="T52" fmla="*/ 0 w 714"/>
                  <a:gd name="T53" fmla="*/ 0 h 909"/>
                  <a:gd name="T54" fmla="*/ 1 w 714"/>
                  <a:gd name="T55" fmla="*/ 0 h 909"/>
                  <a:gd name="T56" fmla="*/ 1 w 714"/>
                  <a:gd name="T57" fmla="*/ 0 h 909"/>
                  <a:gd name="T58" fmla="*/ 1 w 714"/>
                  <a:gd name="T59" fmla="*/ 0 h 909"/>
                  <a:gd name="T60" fmla="*/ 1 w 714"/>
                  <a:gd name="T61" fmla="*/ 0 h 909"/>
                  <a:gd name="T62" fmla="*/ 1 w 714"/>
                  <a:gd name="T63" fmla="*/ 0 h 909"/>
                  <a:gd name="T64" fmla="*/ 1 w 714"/>
                  <a:gd name="T65" fmla="*/ 0 h 909"/>
                  <a:gd name="T66" fmla="*/ 1 w 714"/>
                  <a:gd name="T67" fmla="*/ 0 h 909"/>
                  <a:gd name="T68" fmla="*/ 1 w 714"/>
                  <a:gd name="T69" fmla="*/ 0 h 909"/>
                  <a:gd name="T70" fmla="*/ 1 w 714"/>
                  <a:gd name="T71" fmla="*/ 0 h 909"/>
                  <a:gd name="T72" fmla="*/ 1 w 714"/>
                  <a:gd name="T73" fmla="*/ 0 h 909"/>
                  <a:gd name="T74" fmla="*/ 1 w 714"/>
                  <a:gd name="T75" fmla="*/ 0 h 909"/>
                  <a:gd name="T76" fmla="*/ 1 w 714"/>
                  <a:gd name="T77" fmla="*/ 0 h 909"/>
                  <a:gd name="T78" fmla="*/ 1 w 714"/>
                  <a:gd name="T79" fmla="*/ 0 h 909"/>
                  <a:gd name="T80" fmla="*/ 1 w 714"/>
                  <a:gd name="T81" fmla="*/ 0 h 909"/>
                  <a:gd name="T82" fmla="*/ 1 w 714"/>
                  <a:gd name="T83" fmla="*/ 0 h 909"/>
                  <a:gd name="T84" fmla="*/ 1 w 714"/>
                  <a:gd name="T85" fmla="*/ 0 h 909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714"/>
                  <a:gd name="T130" fmla="*/ 0 h 909"/>
                  <a:gd name="T131" fmla="*/ 714 w 714"/>
                  <a:gd name="T132" fmla="*/ 909 h 909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714" h="909">
                    <a:moveTo>
                      <a:pt x="338" y="0"/>
                    </a:moveTo>
                    <a:lnTo>
                      <a:pt x="340" y="4"/>
                    </a:lnTo>
                    <a:lnTo>
                      <a:pt x="346" y="17"/>
                    </a:lnTo>
                    <a:lnTo>
                      <a:pt x="355" y="40"/>
                    </a:lnTo>
                    <a:lnTo>
                      <a:pt x="367" y="69"/>
                    </a:lnTo>
                    <a:lnTo>
                      <a:pt x="380" y="103"/>
                    </a:lnTo>
                    <a:lnTo>
                      <a:pt x="395" y="145"/>
                    </a:lnTo>
                    <a:lnTo>
                      <a:pt x="412" y="190"/>
                    </a:lnTo>
                    <a:lnTo>
                      <a:pt x="431" y="240"/>
                    </a:lnTo>
                    <a:lnTo>
                      <a:pt x="448" y="291"/>
                    </a:lnTo>
                    <a:lnTo>
                      <a:pt x="465" y="344"/>
                    </a:lnTo>
                    <a:lnTo>
                      <a:pt x="483" y="397"/>
                    </a:lnTo>
                    <a:lnTo>
                      <a:pt x="498" y="451"/>
                    </a:lnTo>
                    <a:lnTo>
                      <a:pt x="511" y="500"/>
                    </a:lnTo>
                    <a:lnTo>
                      <a:pt x="522" y="551"/>
                    </a:lnTo>
                    <a:lnTo>
                      <a:pt x="532" y="597"/>
                    </a:lnTo>
                    <a:lnTo>
                      <a:pt x="538" y="641"/>
                    </a:lnTo>
                    <a:lnTo>
                      <a:pt x="479" y="610"/>
                    </a:lnTo>
                    <a:lnTo>
                      <a:pt x="351" y="451"/>
                    </a:lnTo>
                    <a:lnTo>
                      <a:pt x="446" y="648"/>
                    </a:lnTo>
                    <a:lnTo>
                      <a:pt x="714" y="780"/>
                    </a:lnTo>
                    <a:lnTo>
                      <a:pt x="713" y="844"/>
                    </a:lnTo>
                    <a:lnTo>
                      <a:pt x="694" y="909"/>
                    </a:lnTo>
                    <a:lnTo>
                      <a:pt x="330" y="749"/>
                    </a:lnTo>
                    <a:lnTo>
                      <a:pt x="173" y="285"/>
                    </a:lnTo>
                    <a:lnTo>
                      <a:pt x="0" y="236"/>
                    </a:lnTo>
                    <a:lnTo>
                      <a:pt x="0" y="234"/>
                    </a:lnTo>
                    <a:lnTo>
                      <a:pt x="5" y="228"/>
                    </a:lnTo>
                    <a:lnTo>
                      <a:pt x="15" y="219"/>
                    </a:lnTo>
                    <a:lnTo>
                      <a:pt x="26" y="205"/>
                    </a:lnTo>
                    <a:lnTo>
                      <a:pt x="40" y="188"/>
                    </a:lnTo>
                    <a:lnTo>
                      <a:pt x="59" y="173"/>
                    </a:lnTo>
                    <a:lnTo>
                      <a:pt x="78" y="154"/>
                    </a:lnTo>
                    <a:lnTo>
                      <a:pt x="102" y="135"/>
                    </a:lnTo>
                    <a:lnTo>
                      <a:pt x="125" y="114"/>
                    </a:lnTo>
                    <a:lnTo>
                      <a:pt x="152" y="95"/>
                    </a:lnTo>
                    <a:lnTo>
                      <a:pt x="180" y="74"/>
                    </a:lnTo>
                    <a:lnTo>
                      <a:pt x="211" y="55"/>
                    </a:lnTo>
                    <a:lnTo>
                      <a:pt x="239" y="38"/>
                    </a:lnTo>
                    <a:lnTo>
                      <a:pt x="273" y="23"/>
                    </a:lnTo>
                    <a:lnTo>
                      <a:pt x="306" y="10"/>
                    </a:lnTo>
                    <a:lnTo>
                      <a:pt x="338" y="0"/>
                    </a:lnTo>
                    <a:close/>
                  </a:path>
                </a:pathLst>
              </a:custGeom>
              <a:solidFill>
                <a:srgbClr val="C0C0C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" name="Freeform 158"/>
              <p:cNvSpPr>
                <a:spLocks/>
              </p:cNvSpPr>
              <p:nvPr/>
            </p:nvSpPr>
            <p:spPr bwMode="auto">
              <a:xfrm>
                <a:off x="960" y="2496"/>
                <a:ext cx="299" cy="597"/>
              </a:xfrm>
              <a:custGeom>
                <a:avLst/>
                <a:gdLst>
                  <a:gd name="T0" fmla="*/ 0 w 599"/>
                  <a:gd name="T1" fmla="*/ 0 h 1194"/>
                  <a:gd name="T2" fmla="*/ 0 w 599"/>
                  <a:gd name="T3" fmla="*/ 1 h 1194"/>
                  <a:gd name="T4" fmla="*/ 0 w 599"/>
                  <a:gd name="T5" fmla="*/ 1 h 1194"/>
                  <a:gd name="T6" fmla="*/ 0 w 599"/>
                  <a:gd name="T7" fmla="*/ 1 h 1194"/>
                  <a:gd name="T8" fmla="*/ 0 w 599"/>
                  <a:gd name="T9" fmla="*/ 1 h 1194"/>
                  <a:gd name="T10" fmla="*/ 0 w 599"/>
                  <a:gd name="T11" fmla="*/ 1 h 1194"/>
                  <a:gd name="T12" fmla="*/ 0 w 599"/>
                  <a:gd name="T13" fmla="*/ 1 h 1194"/>
                  <a:gd name="T14" fmla="*/ 0 w 599"/>
                  <a:gd name="T15" fmla="*/ 1 h 1194"/>
                  <a:gd name="T16" fmla="*/ 0 w 599"/>
                  <a:gd name="T17" fmla="*/ 1 h 1194"/>
                  <a:gd name="T18" fmla="*/ 0 w 599"/>
                  <a:gd name="T19" fmla="*/ 1 h 1194"/>
                  <a:gd name="T20" fmla="*/ 0 w 599"/>
                  <a:gd name="T21" fmla="*/ 1 h 1194"/>
                  <a:gd name="T22" fmla="*/ 0 w 599"/>
                  <a:gd name="T23" fmla="*/ 1 h 1194"/>
                  <a:gd name="T24" fmla="*/ 0 w 599"/>
                  <a:gd name="T25" fmla="*/ 1 h 1194"/>
                  <a:gd name="T26" fmla="*/ 0 w 599"/>
                  <a:gd name="T27" fmla="*/ 0 h 1194"/>
                  <a:gd name="T28" fmla="*/ 0 w 599"/>
                  <a:gd name="T29" fmla="*/ 0 h 119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99"/>
                  <a:gd name="T46" fmla="*/ 0 h 1194"/>
                  <a:gd name="T47" fmla="*/ 599 w 599"/>
                  <a:gd name="T48" fmla="*/ 1194 h 119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99" h="1194">
                    <a:moveTo>
                      <a:pt x="0" y="0"/>
                    </a:moveTo>
                    <a:lnTo>
                      <a:pt x="104" y="798"/>
                    </a:lnTo>
                    <a:lnTo>
                      <a:pt x="64" y="899"/>
                    </a:lnTo>
                    <a:lnTo>
                      <a:pt x="97" y="956"/>
                    </a:lnTo>
                    <a:lnTo>
                      <a:pt x="21" y="1194"/>
                    </a:lnTo>
                    <a:lnTo>
                      <a:pt x="268" y="1194"/>
                    </a:lnTo>
                    <a:lnTo>
                      <a:pt x="325" y="983"/>
                    </a:lnTo>
                    <a:lnTo>
                      <a:pt x="266" y="873"/>
                    </a:lnTo>
                    <a:lnTo>
                      <a:pt x="325" y="810"/>
                    </a:lnTo>
                    <a:lnTo>
                      <a:pt x="329" y="747"/>
                    </a:lnTo>
                    <a:lnTo>
                      <a:pt x="597" y="838"/>
                    </a:lnTo>
                    <a:lnTo>
                      <a:pt x="599" y="722"/>
                    </a:lnTo>
                    <a:lnTo>
                      <a:pt x="99" y="5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0C0C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Freeform 159"/>
              <p:cNvSpPr>
                <a:spLocks/>
              </p:cNvSpPr>
              <p:nvPr/>
            </p:nvSpPr>
            <p:spPr bwMode="auto">
              <a:xfrm>
                <a:off x="945" y="3809"/>
                <a:ext cx="76" cy="170"/>
              </a:xfrm>
              <a:custGeom>
                <a:avLst/>
                <a:gdLst>
                  <a:gd name="T0" fmla="*/ 1 w 152"/>
                  <a:gd name="T1" fmla="*/ 0 h 340"/>
                  <a:gd name="T2" fmla="*/ 1 w 152"/>
                  <a:gd name="T3" fmla="*/ 1 h 340"/>
                  <a:gd name="T4" fmla="*/ 1 w 152"/>
                  <a:gd name="T5" fmla="*/ 1 h 340"/>
                  <a:gd name="T6" fmla="*/ 1 w 152"/>
                  <a:gd name="T7" fmla="*/ 1 h 340"/>
                  <a:gd name="T8" fmla="*/ 1 w 152"/>
                  <a:gd name="T9" fmla="*/ 1 h 340"/>
                  <a:gd name="T10" fmla="*/ 1 w 152"/>
                  <a:gd name="T11" fmla="*/ 1 h 340"/>
                  <a:gd name="T12" fmla="*/ 1 w 152"/>
                  <a:gd name="T13" fmla="*/ 1 h 340"/>
                  <a:gd name="T14" fmla="*/ 1 w 152"/>
                  <a:gd name="T15" fmla="*/ 1 h 340"/>
                  <a:gd name="T16" fmla="*/ 1 w 152"/>
                  <a:gd name="T17" fmla="*/ 1 h 340"/>
                  <a:gd name="T18" fmla="*/ 1 w 152"/>
                  <a:gd name="T19" fmla="*/ 1 h 340"/>
                  <a:gd name="T20" fmla="*/ 1 w 152"/>
                  <a:gd name="T21" fmla="*/ 1 h 340"/>
                  <a:gd name="T22" fmla="*/ 1 w 152"/>
                  <a:gd name="T23" fmla="*/ 1 h 340"/>
                  <a:gd name="T24" fmla="*/ 1 w 152"/>
                  <a:gd name="T25" fmla="*/ 1 h 340"/>
                  <a:gd name="T26" fmla="*/ 1 w 152"/>
                  <a:gd name="T27" fmla="*/ 1 h 340"/>
                  <a:gd name="T28" fmla="*/ 1 w 152"/>
                  <a:gd name="T29" fmla="*/ 1 h 340"/>
                  <a:gd name="T30" fmla="*/ 1 w 152"/>
                  <a:gd name="T31" fmla="*/ 1 h 340"/>
                  <a:gd name="T32" fmla="*/ 1 w 152"/>
                  <a:gd name="T33" fmla="*/ 1 h 340"/>
                  <a:gd name="T34" fmla="*/ 1 w 152"/>
                  <a:gd name="T35" fmla="*/ 1 h 340"/>
                  <a:gd name="T36" fmla="*/ 1 w 152"/>
                  <a:gd name="T37" fmla="*/ 1 h 340"/>
                  <a:gd name="T38" fmla="*/ 1 w 152"/>
                  <a:gd name="T39" fmla="*/ 1 h 340"/>
                  <a:gd name="T40" fmla="*/ 1 w 152"/>
                  <a:gd name="T41" fmla="*/ 1 h 340"/>
                  <a:gd name="T42" fmla="*/ 1 w 152"/>
                  <a:gd name="T43" fmla="*/ 1 h 340"/>
                  <a:gd name="T44" fmla="*/ 1 w 152"/>
                  <a:gd name="T45" fmla="*/ 1 h 340"/>
                  <a:gd name="T46" fmla="*/ 1 w 152"/>
                  <a:gd name="T47" fmla="*/ 1 h 340"/>
                  <a:gd name="T48" fmla="*/ 1 w 152"/>
                  <a:gd name="T49" fmla="*/ 1 h 340"/>
                  <a:gd name="T50" fmla="*/ 1 w 152"/>
                  <a:gd name="T51" fmla="*/ 1 h 340"/>
                  <a:gd name="T52" fmla="*/ 1 w 152"/>
                  <a:gd name="T53" fmla="*/ 1 h 340"/>
                  <a:gd name="T54" fmla="*/ 1 w 152"/>
                  <a:gd name="T55" fmla="*/ 1 h 340"/>
                  <a:gd name="T56" fmla="*/ 1 w 152"/>
                  <a:gd name="T57" fmla="*/ 1 h 340"/>
                  <a:gd name="T58" fmla="*/ 1 w 152"/>
                  <a:gd name="T59" fmla="*/ 1 h 340"/>
                  <a:gd name="T60" fmla="*/ 1 w 152"/>
                  <a:gd name="T61" fmla="*/ 1 h 340"/>
                  <a:gd name="T62" fmla="*/ 1 w 152"/>
                  <a:gd name="T63" fmla="*/ 1 h 340"/>
                  <a:gd name="T64" fmla="*/ 1 w 152"/>
                  <a:gd name="T65" fmla="*/ 1 h 340"/>
                  <a:gd name="T66" fmla="*/ 1 w 152"/>
                  <a:gd name="T67" fmla="*/ 1 h 340"/>
                  <a:gd name="T68" fmla="*/ 1 w 152"/>
                  <a:gd name="T69" fmla="*/ 1 h 340"/>
                  <a:gd name="T70" fmla="*/ 1 w 152"/>
                  <a:gd name="T71" fmla="*/ 1 h 340"/>
                  <a:gd name="T72" fmla="*/ 1 w 152"/>
                  <a:gd name="T73" fmla="*/ 1 h 340"/>
                  <a:gd name="T74" fmla="*/ 1 w 152"/>
                  <a:gd name="T75" fmla="*/ 1 h 340"/>
                  <a:gd name="T76" fmla="*/ 1 w 152"/>
                  <a:gd name="T77" fmla="*/ 1 h 340"/>
                  <a:gd name="T78" fmla="*/ 1 w 152"/>
                  <a:gd name="T79" fmla="*/ 1 h 340"/>
                  <a:gd name="T80" fmla="*/ 1 w 152"/>
                  <a:gd name="T81" fmla="*/ 1 h 340"/>
                  <a:gd name="T82" fmla="*/ 0 w 152"/>
                  <a:gd name="T83" fmla="*/ 1 h 340"/>
                  <a:gd name="T84" fmla="*/ 0 w 152"/>
                  <a:gd name="T85" fmla="*/ 1 h 340"/>
                  <a:gd name="T86" fmla="*/ 0 w 152"/>
                  <a:gd name="T87" fmla="*/ 1 h 340"/>
                  <a:gd name="T88" fmla="*/ 1 w 152"/>
                  <a:gd name="T89" fmla="*/ 1 h 340"/>
                  <a:gd name="T90" fmla="*/ 1 w 152"/>
                  <a:gd name="T91" fmla="*/ 1 h 340"/>
                  <a:gd name="T92" fmla="*/ 1 w 152"/>
                  <a:gd name="T93" fmla="*/ 1 h 340"/>
                  <a:gd name="T94" fmla="*/ 1 w 152"/>
                  <a:gd name="T95" fmla="*/ 1 h 340"/>
                  <a:gd name="T96" fmla="*/ 1 w 152"/>
                  <a:gd name="T97" fmla="*/ 0 h 340"/>
                  <a:gd name="T98" fmla="*/ 1 w 152"/>
                  <a:gd name="T99" fmla="*/ 0 h 340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152"/>
                  <a:gd name="T151" fmla="*/ 0 h 340"/>
                  <a:gd name="T152" fmla="*/ 152 w 152"/>
                  <a:gd name="T153" fmla="*/ 340 h 340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152" h="340">
                    <a:moveTo>
                      <a:pt x="50" y="0"/>
                    </a:moveTo>
                    <a:lnTo>
                      <a:pt x="48" y="2"/>
                    </a:lnTo>
                    <a:lnTo>
                      <a:pt x="48" y="9"/>
                    </a:lnTo>
                    <a:lnTo>
                      <a:pt x="48" y="19"/>
                    </a:lnTo>
                    <a:lnTo>
                      <a:pt x="48" y="32"/>
                    </a:lnTo>
                    <a:lnTo>
                      <a:pt x="48" y="45"/>
                    </a:lnTo>
                    <a:lnTo>
                      <a:pt x="50" y="60"/>
                    </a:lnTo>
                    <a:lnTo>
                      <a:pt x="54" y="74"/>
                    </a:lnTo>
                    <a:lnTo>
                      <a:pt x="57" y="87"/>
                    </a:lnTo>
                    <a:lnTo>
                      <a:pt x="61" y="99"/>
                    </a:lnTo>
                    <a:lnTo>
                      <a:pt x="67" y="104"/>
                    </a:lnTo>
                    <a:lnTo>
                      <a:pt x="74" y="108"/>
                    </a:lnTo>
                    <a:lnTo>
                      <a:pt x="86" y="106"/>
                    </a:lnTo>
                    <a:lnTo>
                      <a:pt x="97" y="97"/>
                    </a:lnTo>
                    <a:lnTo>
                      <a:pt x="112" y="79"/>
                    </a:lnTo>
                    <a:lnTo>
                      <a:pt x="130" y="57"/>
                    </a:lnTo>
                    <a:lnTo>
                      <a:pt x="152" y="24"/>
                    </a:lnTo>
                    <a:lnTo>
                      <a:pt x="152" y="30"/>
                    </a:lnTo>
                    <a:lnTo>
                      <a:pt x="152" y="40"/>
                    </a:lnTo>
                    <a:lnTo>
                      <a:pt x="152" y="53"/>
                    </a:lnTo>
                    <a:lnTo>
                      <a:pt x="150" y="66"/>
                    </a:lnTo>
                    <a:lnTo>
                      <a:pt x="149" y="83"/>
                    </a:lnTo>
                    <a:lnTo>
                      <a:pt x="145" y="102"/>
                    </a:lnTo>
                    <a:lnTo>
                      <a:pt x="143" y="125"/>
                    </a:lnTo>
                    <a:lnTo>
                      <a:pt x="135" y="148"/>
                    </a:lnTo>
                    <a:lnTo>
                      <a:pt x="128" y="173"/>
                    </a:lnTo>
                    <a:lnTo>
                      <a:pt x="118" y="199"/>
                    </a:lnTo>
                    <a:lnTo>
                      <a:pt x="109" y="228"/>
                    </a:lnTo>
                    <a:lnTo>
                      <a:pt x="95" y="254"/>
                    </a:lnTo>
                    <a:lnTo>
                      <a:pt x="78" y="283"/>
                    </a:lnTo>
                    <a:lnTo>
                      <a:pt x="61" y="311"/>
                    </a:lnTo>
                    <a:lnTo>
                      <a:pt x="38" y="340"/>
                    </a:lnTo>
                    <a:lnTo>
                      <a:pt x="36" y="336"/>
                    </a:lnTo>
                    <a:lnTo>
                      <a:pt x="35" y="332"/>
                    </a:lnTo>
                    <a:lnTo>
                      <a:pt x="29" y="323"/>
                    </a:lnTo>
                    <a:lnTo>
                      <a:pt x="25" y="311"/>
                    </a:lnTo>
                    <a:lnTo>
                      <a:pt x="19" y="296"/>
                    </a:lnTo>
                    <a:lnTo>
                      <a:pt x="14" y="281"/>
                    </a:lnTo>
                    <a:lnTo>
                      <a:pt x="8" y="262"/>
                    </a:lnTo>
                    <a:lnTo>
                      <a:pt x="6" y="241"/>
                    </a:lnTo>
                    <a:lnTo>
                      <a:pt x="0" y="214"/>
                    </a:lnTo>
                    <a:lnTo>
                      <a:pt x="0" y="190"/>
                    </a:lnTo>
                    <a:lnTo>
                      <a:pt x="0" y="161"/>
                    </a:lnTo>
                    <a:lnTo>
                      <a:pt x="2" y="133"/>
                    </a:lnTo>
                    <a:lnTo>
                      <a:pt x="8" y="100"/>
                    </a:lnTo>
                    <a:lnTo>
                      <a:pt x="17" y="68"/>
                    </a:lnTo>
                    <a:lnTo>
                      <a:pt x="31" y="34"/>
                    </a:lnTo>
                    <a:lnTo>
                      <a:pt x="50" y="0"/>
                    </a:lnTo>
                    <a:close/>
                  </a:path>
                </a:pathLst>
              </a:custGeom>
              <a:solidFill>
                <a:srgbClr val="C0C0C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Freeform 160"/>
              <p:cNvSpPr>
                <a:spLocks/>
              </p:cNvSpPr>
              <p:nvPr/>
            </p:nvSpPr>
            <p:spPr bwMode="auto">
              <a:xfrm>
                <a:off x="1361" y="3878"/>
                <a:ext cx="153" cy="101"/>
              </a:xfrm>
              <a:custGeom>
                <a:avLst/>
                <a:gdLst>
                  <a:gd name="T0" fmla="*/ 1 w 306"/>
                  <a:gd name="T1" fmla="*/ 0 h 202"/>
                  <a:gd name="T2" fmla="*/ 1 w 306"/>
                  <a:gd name="T3" fmla="*/ 0 h 202"/>
                  <a:gd name="T4" fmla="*/ 1 w 306"/>
                  <a:gd name="T5" fmla="*/ 1 h 202"/>
                  <a:gd name="T6" fmla="*/ 1 w 306"/>
                  <a:gd name="T7" fmla="*/ 1 h 202"/>
                  <a:gd name="T8" fmla="*/ 1 w 306"/>
                  <a:gd name="T9" fmla="*/ 1 h 202"/>
                  <a:gd name="T10" fmla="*/ 1 w 306"/>
                  <a:gd name="T11" fmla="*/ 1 h 202"/>
                  <a:gd name="T12" fmla="*/ 1 w 306"/>
                  <a:gd name="T13" fmla="*/ 1 h 202"/>
                  <a:gd name="T14" fmla="*/ 1 w 306"/>
                  <a:gd name="T15" fmla="*/ 1 h 202"/>
                  <a:gd name="T16" fmla="*/ 1 w 306"/>
                  <a:gd name="T17" fmla="*/ 1 h 202"/>
                  <a:gd name="T18" fmla="*/ 1 w 306"/>
                  <a:gd name="T19" fmla="*/ 1 h 202"/>
                  <a:gd name="T20" fmla="*/ 1 w 306"/>
                  <a:gd name="T21" fmla="*/ 1 h 202"/>
                  <a:gd name="T22" fmla="*/ 1 w 306"/>
                  <a:gd name="T23" fmla="*/ 1 h 202"/>
                  <a:gd name="T24" fmla="*/ 1 w 306"/>
                  <a:gd name="T25" fmla="*/ 1 h 202"/>
                  <a:gd name="T26" fmla="*/ 1 w 306"/>
                  <a:gd name="T27" fmla="*/ 1 h 202"/>
                  <a:gd name="T28" fmla="*/ 1 w 306"/>
                  <a:gd name="T29" fmla="*/ 1 h 202"/>
                  <a:gd name="T30" fmla="*/ 1 w 306"/>
                  <a:gd name="T31" fmla="*/ 1 h 202"/>
                  <a:gd name="T32" fmla="*/ 1 w 306"/>
                  <a:gd name="T33" fmla="*/ 1 h 202"/>
                  <a:gd name="T34" fmla="*/ 1 w 306"/>
                  <a:gd name="T35" fmla="*/ 1 h 202"/>
                  <a:gd name="T36" fmla="*/ 1 w 306"/>
                  <a:gd name="T37" fmla="*/ 1 h 202"/>
                  <a:gd name="T38" fmla="*/ 1 w 306"/>
                  <a:gd name="T39" fmla="*/ 1 h 202"/>
                  <a:gd name="T40" fmla="*/ 1 w 306"/>
                  <a:gd name="T41" fmla="*/ 1 h 202"/>
                  <a:gd name="T42" fmla="*/ 1 w 306"/>
                  <a:gd name="T43" fmla="*/ 1 h 202"/>
                  <a:gd name="T44" fmla="*/ 1 w 306"/>
                  <a:gd name="T45" fmla="*/ 1 h 202"/>
                  <a:gd name="T46" fmla="*/ 1 w 306"/>
                  <a:gd name="T47" fmla="*/ 1 h 202"/>
                  <a:gd name="T48" fmla="*/ 1 w 306"/>
                  <a:gd name="T49" fmla="*/ 1 h 202"/>
                  <a:gd name="T50" fmla="*/ 1 w 306"/>
                  <a:gd name="T51" fmla="*/ 1 h 202"/>
                  <a:gd name="T52" fmla="*/ 1 w 306"/>
                  <a:gd name="T53" fmla="*/ 1 h 202"/>
                  <a:gd name="T54" fmla="*/ 1 w 306"/>
                  <a:gd name="T55" fmla="*/ 1 h 202"/>
                  <a:gd name="T56" fmla="*/ 1 w 306"/>
                  <a:gd name="T57" fmla="*/ 1 h 202"/>
                  <a:gd name="T58" fmla="*/ 0 w 306"/>
                  <a:gd name="T59" fmla="*/ 1 h 202"/>
                  <a:gd name="T60" fmla="*/ 0 w 306"/>
                  <a:gd name="T61" fmla="*/ 1 h 202"/>
                  <a:gd name="T62" fmla="*/ 1 w 306"/>
                  <a:gd name="T63" fmla="*/ 1 h 202"/>
                  <a:gd name="T64" fmla="*/ 1 w 306"/>
                  <a:gd name="T65" fmla="*/ 1 h 202"/>
                  <a:gd name="T66" fmla="*/ 1 w 306"/>
                  <a:gd name="T67" fmla="*/ 1 h 202"/>
                  <a:gd name="T68" fmla="*/ 1 w 306"/>
                  <a:gd name="T69" fmla="*/ 1 h 202"/>
                  <a:gd name="T70" fmla="*/ 1 w 306"/>
                  <a:gd name="T71" fmla="*/ 0 h 202"/>
                  <a:gd name="T72" fmla="*/ 1 w 306"/>
                  <a:gd name="T73" fmla="*/ 0 h 202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306"/>
                  <a:gd name="T112" fmla="*/ 0 h 202"/>
                  <a:gd name="T113" fmla="*/ 306 w 306"/>
                  <a:gd name="T114" fmla="*/ 202 h 202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306" h="202">
                    <a:moveTo>
                      <a:pt x="36" y="0"/>
                    </a:moveTo>
                    <a:lnTo>
                      <a:pt x="36" y="0"/>
                    </a:lnTo>
                    <a:lnTo>
                      <a:pt x="40" y="8"/>
                    </a:lnTo>
                    <a:lnTo>
                      <a:pt x="40" y="10"/>
                    </a:lnTo>
                    <a:lnTo>
                      <a:pt x="44" y="16"/>
                    </a:lnTo>
                    <a:lnTo>
                      <a:pt x="47" y="23"/>
                    </a:lnTo>
                    <a:lnTo>
                      <a:pt x="53" y="29"/>
                    </a:lnTo>
                    <a:lnTo>
                      <a:pt x="59" y="35"/>
                    </a:lnTo>
                    <a:lnTo>
                      <a:pt x="66" y="40"/>
                    </a:lnTo>
                    <a:lnTo>
                      <a:pt x="78" y="48"/>
                    </a:lnTo>
                    <a:lnTo>
                      <a:pt x="89" y="56"/>
                    </a:lnTo>
                    <a:lnTo>
                      <a:pt x="101" y="63"/>
                    </a:lnTo>
                    <a:lnTo>
                      <a:pt x="116" y="71"/>
                    </a:lnTo>
                    <a:lnTo>
                      <a:pt x="133" y="76"/>
                    </a:lnTo>
                    <a:lnTo>
                      <a:pt x="154" y="84"/>
                    </a:lnTo>
                    <a:lnTo>
                      <a:pt x="306" y="172"/>
                    </a:lnTo>
                    <a:lnTo>
                      <a:pt x="302" y="196"/>
                    </a:lnTo>
                    <a:lnTo>
                      <a:pt x="163" y="198"/>
                    </a:lnTo>
                    <a:lnTo>
                      <a:pt x="72" y="134"/>
                    </a:lnTo>
                    <a:lnTo>
                      <a:pt x="72" y="202"/>
                    </a:lnTo>
                    <a:lnTo>
                      <a:pt x="36" y="202"/>
                    </a:lnTo>
                    <a:lnTo>
                      <a:pt x="30" y="111"/>
                    </a:lnTo>
                    <a:lnTo>
                      <a:pt x="27" y="109"/>
                    </a:lnTo>
                    <a:lnTo>
                      <a:pt x="19" y="103"/>
                    </a:lnTo>
                    <a:lnTo>
                      <a:pt x="15" y="97"/>
                    </a:lnTo>
                    <a:lnTo>
                      <a:pt x="11" y="94"/>
                    </a:lnTo>
                    <a:lnTo>
                      <a:pt x="8" y="86"/>
                    </a:lnTo>
                    <a:lnTo>
                      <a:pt x="4" y="80"/>
                    </a:lnTo>
                    <a:lnTo>
                      <a:pt x="2" y="71"/>
                    </a:lnTo>
                    <a:lnTo>
                      <a:pt x="0" y="63"/>
                    </a:lnTo>
                    <a:lnTo>
                      <a:pt x="0" y="54"/>
                    </a:lnTo>
                    <a:lnTo>
                      <a:pt x="4" y="44"/>
                    </a:lnTo>
                    <a:lnTo>
                      <a:pt x="8" y="33"/>
                    </a:lnTo>
                    <a:lnTo>
                      <a:pt x="15" y="23"/>
                    </a:lnTo>
                    <a:lnTo>
                      <a:pt x="25" y="1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C0C0C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7" name="AutoShape 161"/>
            <p:cNvSpPr>
              <a:spLocks noChangeArrowheads="1"/>
            </p:cNvSpPr>
            <p:nvPr/>
          </p:nvSpPr>
          <p:spPr bwMode="auto">
            <a:xfrm>
              <a:off x="1828800" y="2819400"/>
              <a:ext cx="990600" cy="304800"/>
            </a:xfrm>
            <a:prstGeom prst="curvedDownArrow">
              <a:avLst>
                <a:gd name="adj1" fmla="val 65000"/>
                <a:gd name="adj2" fmla="val 130000"/>
                <a:gd name="adj3" fmla="val 33333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AutoShape 162"/>
            <p:cNvSpPr>
              <a:spLocks noChangeArrowheads="1"/>
            </p:cNvSpPr>
            <p:nvPr/>
          </p:nvSpPr>
          <p:spPr bwMode="auto">
            <a:xfrm flipH="1">
              <a:off x="1828800" y="3886200"/>
              <a:ext cx="914400" cy="304800"/>
            </a:xfrm>
            <a:prstGeom prst="curvedUpArrow">
              <a:avLst>
                <a:gd name="adj1" fmla="val 60000"/>
                <a:gd name="adj2" fmla="val 120000"/>
                <a:gd name="adj3" fmla="val 49306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9" name="Group 163"/>
            <p:cNvGrpSpPr>
              <a:grpSpLocks/>
            </p:cNvGrpSpPr>
            <p:nvPr/>
          </p:nvGrpSpPr>
          <p:grpSpPr bwMode="auto">
            <a:xfrm>
              <a:off x="2209800" y="4648200"/>
              <a:ext cx="457200" cy="914400"/>
              <a:chOff x="3888" y="2508"/>
              <a:chExt cx="514" cy="1119"/>
            </a:xfrm>
          </p:grpSpPr>
          <p:sp>
            <p:nvSpPr>
              <p:cNvPr id="21" name="Freeform 164"/>
              <p:cNvSpPr>
                <a:spLocks/>
              </p:cNvSpPr>
              <p:nvPr/>
            </p:nvSpPr>
            <p:spPr bwMode="auto">
              <a:xfrm>
                <a:off x="3888" y="2508"/>
                <a:ext cx="499" cy="1094"/>
              </a:xfrm>
              <a:custGeom>
                <a:avLst/>
                <a:gdLst>
                  <a:gd name="T0" fmla="*/ 1 w 997"/>
                  <a:gd name="T1" fmla="*/ 1 h 2188"/>
                  <a:gd name="T2" fmla="*/ 1 w 997"/>
                  <a:gd name="T3" fmla="*/ 1 h 2188"/>
                  <a:gd name="T4" fmla="*/ 1 w 997"/>
                  <a:gd name="T5" fmla="*/ 1 h 2188"/>
                  <a:gd name="T6" fmla="*/ 1 w 997"/>
                  <a:gd name="T7" fmla="*/ 0 h 2188"/>
                  <a:gd name="T8" fmla="*/ 1 w 997"/>
                  <a:gd name="T9" fmla="*/ 1 h 2188"/>
                  <a:gd name="T10" fmla="*/ 1 w 997"/>
                  <a:gd name="T11" fmla="*/ 1 h 2188"/>
                  <a:gd name="T12" fmla="*/ 1 w 997"/>
                  <a:gd name="T13" fmla="*/ 1 h 2188"/>
                  <a:gd name="T14" fmla="*/ 1 w 997"/>
                  <a:gd name="T15" fmla="*/ 1 h 2188"/>
                  <a:gd name="T16" fmla="*/ 1 w 997"/>
                  <a:gd name="T17" fmla="*/ 1 h 2188"/>
                  <a:gd name="T18" fmla="*/ 1 w 997"/>
                  <a:gd name="T19" fmla="*/ 1 h 2188"/>
                  <a:gd name="T20" fmla="*/ 1 w 997"/>
                  <a:gd name="T21" fmla="*/ 1 h 2188"/>
                  <a:gd name="T22" fmla="*/ 0 w 997"/>
                  <a:gd name="T23" fmla="*/ 1 h 2188"/>
                  <a:gd name="T24" fmla="*/ 1 w 997"/>
                  <a:gd name="T25" fmla="*/ 1 h 2188"/>
                  <a:gd name="T26" fmla="*/ 1 w 997"/>
                  <a:gd name="T27" fmla="*/ 1 h 2188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997"/>
                  <a:gd name="T43" fmla="*/ 0 h 2188"/>
                  <a:gd name="T44" fmla="*/ 997 w 997"/>
                  <a:gd name="T45" fmla="*/ 2188 h 2188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997" h="2188">
                    <a:moveTo>
                      <a:pt x="72" y="533"/>
                    </a:moveTo>
                    <a:lnTo>
                      <a:pt x="340" y="318"/>
                    </a:lnTo>
                    <a:lnTo>
                      <a:pt x="499" y="141"/>
                    </a:lnTo>
                    <a:lnTo>
                      <a:pt x="583" y="0"/>
                    </a:lnTo>
                    <a:lnTo>
                      <a:pt x="875" y="39"/>
                    </a:lnTo>
                    <a:lnTo>
                      <a:pt x="997" y="93"/>
                    </a:lnTo>
                    <a:lnTo>
                      <a:pt x="906" y="532"/>
                    </a:lnTo>
                    <a:lnTo>
                      <a:pt x="958" y="2159"/>
                    </a:lnTo>
                    <a:lnTo>
                      <a:pt x="561" y="2188"/>
                    </a:lnTo>
                    <a:lnTo>
                      <a:pt x="91" y="2167"/>
                    </a:lnTo>
                    <a:lnTo>
                      <a:pt x="67" y="757"/>
                    </a:lnTo>
                    <a:lnTo>
                      <a:pt x="0" y="557"/>
                    </a:lnTo>
                    <a:lnTo>
                      <a:pt x="72" y="533"/>
                    </a:lnTo>
                    <a:close/>
                  </a:path>
                </a:pathLst>
              </a:custGeom>
              <a:solidFill>
                <a:srgbClr val="C0C0C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165"/>
              <p:cNvSpPr>
                <a:spLocks/>
              </p:cNvSpPr>
              <p:nvPr/>
            </p:nvSpPr>
            <p:spPr bwMode="auto">
              <a:xfrm>
                <a:off x="3928" y="2816"/>
                <a:ext cx="254" cy="787"/>
              </a:xfrm>
              <a:custGeom>
                <a:avLst/>
                <a:gdLst>
                  <a:gd name="T0" fmla="*/ 0 w 509"/>
                  <a:gd name="T1" fmla="*/ 0 h 1576"/>
                  <a:gd name="T2" fmla="*/ 0 w 509"/>
                  <a:gd name="T3" fmla="*/ 0 h 1576"/>
                  <a:gd name="T4" fmla="*/ 0 w 509"/>
                  <a:gd name="T5" fmla="*/ 0 h 1576"/>
                  <a:gd name="T6" fmla="*/ 0 w 509"/>
                  <a:gd name="T7" fmla="*/ 0 h 1576"/>
                  <a:gd name="T8" fmla="*/ 0 w 509"/>
                  <a:gd name="T9" fmla="*/ 0 h 1576"/>
                  <a:gd name="T10" fmla="*/ 0 w 509"/>
                  <a:gd name="T11" fmla="*/ 0 h 1576"/>
                  <a:gd name="T12" fmla="*/ 0 w 509"/>
                  <a:gd name="T13" fmla="*/ 0 h 1576"/>
                  <a:gd name="T14" fmla="*/ 0 w 509"/>
                  <a:gd name="T15" fmla="*/ 0 h 1576"/>
                  <a:gd name="T16" fmla="*/ 0 w 509"/>
                  <a:gd name="T17" fmla="*/ 0 h 1576"/>
                  <a:gd name="T18" fmla="*/ 0 w 509"/>
                  <a:gd name="T19" fmla="*/ 0 h 1576"/>
                  <a:gd name="T20" fmla="*/ 0 w 509"/>
                  <a:gd name="T21" fmla="*/ 0 h 157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509"/>
                  <a:gd name="T34" fmla="*/ 0 h 1576"/>
                  <a:gd name="T35" fmla="*/ 509 w 509"/>
                  <a:gd name="T36" fmla="*/ 1576 h 157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509" h="1576">
                    <a:moveTo>
                      <a:pt x="0" y="26"/>
                    </a:moveTo>
                    <a:lnTo>
                      <a:pt x="158" y="0"/>
                    </a:lnTo>
                    <a:lnTo>
                      <a:pt x="509" y="181"/>
                    </a:lnTo>
                    <a:lnTo>
                      <a:pt x="472" y="259"/>
                    </a:lnTo>
                    <a:lnTo>
                      <a:pt x="426" y="811"/>
                    </a:lnTo>
                    <a:lnTo>
                      <a:pt x="458" y="1576"/>
                    </a:lnTo>
                    <a:lnTo>
                      <a:pt x="12" y="1552"/>
                    </a:lnTo>
                    <a:lnTo>
                      <a:pt x="55" y="964"/>
                    </a:lnTo>
                    <a:lnTo>
                      <a:pt x="67" y="27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0C0C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166"/>
              <p:cNvSpPr>
                <a:spLocks/>
              </p:cNvSpPr>
              <p:nvPr/>
            </p:nvSpPr>
            <p:spPr bwMode="auto">
              <a:xfrm>
                <a:off x="4050" y="2547"/>
                <a:ext cx="241" cy="250"/>
              </a:xfrm>
              <a:custGeom>
                <a:avLst/>
                <a:gdLst>
                  <a:gd name="T0" fmla="*/ 0 w 482"/>
                  <a:gd name="T1" fmla="*/ 1 h 499"/>
                  <a:gd name="T2" fmla="*/ 1 w 482"/>
                  <a:gd name="T3" fmla="*/ 1 h 499"/>
                  <a:gd name="T4" fmla="*/ 1 w 482"/>
                  <a:gd name="T5" fmla="*/ 1 h 499"/>
                  <a:gd name="T6" fmla="*/ 1 w 482"/>
                  <a:gd name="T7" fmla="*/ 1 h 499"/>
                  <a:gd name="T8" fmla="*/ 1 w 482"/>
                  <a:gd name="T9" fmla="*/ 1 h 499"/>
                  <a:gd name="T10" fmla="*/ 1 w 482"/>
                  <a:gd name="T11" fmla="*/ 1 h 499"/>
                  <a:gd name="T12" fmla="*/ 1 w 482"/>
                  <a:gd name="T13" fmla="*/ 1 h 499"/>
                  <a:gd name="T14" fmla="*/ 1 w 482"/>
                  <a:gd name="T15" fmla="*/ 0 h 499"/>
                  <a:gd name="T16" fmla="*/ 1 w 482"/>
                  <a:gd name="T17" fmla="*/ 1 h 499"/>
                  <a:gd name="T18" fmla="*/ 1 w 482"/>
                  <a:gd name="T19" fmla="*/ 1 h 499"/>
                  <a:gd name="T20" fmla="*/ 1 w 482"/>
                  <a:gd name="T21" fmla="*/ 1 h 499"/>
                  <a:gd name="T22" fmla="*/ 1 w 482"/>
                  <a:gd name="T23" fmla="*/ 1 h 499"/>
                  <a:gd name="T24" fmla="*/ 1 w 482"/>
                  <a:gd name="T25" fmla="*/ 1 h 499"/>
                  <a:gd name="T26" fmla="*/ 1 w 482"/>
                  <a:gd name="T27" fmla="*/ 1 h 499"/>
                  <a:gd name="T28" fmla="*/ 1 w 482"/>
                  <a:gd name="T29" fmla="*/ 1 h 499"/>
                  <a:gd name="T30" fmla="*/ 1 w 482"/>
                  <a:gd name="T31" fmla="*/ 1 h 499"/>
                  <a:gd name="T32" fmla="*/ 1 w 482"/>
                  <a:gd name="T33" fmla="*/ 1 h 499"/>
                  <a:gd name="T34" fmla="*/ 0 w 482"/>
                  <a:gd name="T35" fmla="*/ 1 h 499"/>
                  <a:gd name="T36" fmla="*/ 0 w 482"/>
                  <a:gd name="T37" fmla="*/ 1 h 499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482"/>
                  <a:gd name="T58" fmla="*/ 0 h 499"/>
                  <a:gd name="T59" fmla="*/ 482 w 482"/>
                  <a:gd name="T60" fmla="*/ 499 h 499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482" h="499">
                    <a:moveTo>
                      <a:pt x="0" y="440"/>
                    </a:moveTo>
                    <a:lnTo>
                      <a:pt x="46" y="410"/>
                    </a:lnTo>
                    <a:lnTo>
                      <a:pt x="24" y="345"/>
                    </a:lnTo>
                    <a:lnTo>
                      <a:pt x="118" y="277"/>
                    </a:lnTo>
                    <a:lnTo>
                      <a:pt x="225" y="116"/>
                    </a:lnTo>
                    <a:lnTo>
                      <a:pt x="272" y="54"/>
                    </a:lnTo>
                    <a:lnTo>
                      <a:pt x="322" y="56"/>
                    </a:lnTo>
                    <a:lnTo>
                      <a:pt x="356" y="0"/>
                    </a:lnTo>
                    <a:lnTo>
                      <a:pt x="459" y="35"/>
                    </a:lnTo>
                    <a:lnTo>
                      <a:pt x="444" y="70"/>
                    </a:lnTo>
                    <a:lnTo>
                      <a:pt x="482" y="99"/>
                    </a:lnTo>
                    <a:lnTo>
                      <a:pt x="408" y="191"/>
                    </a:lnTo>
                    <a:lnTo>
                      <a:pt x="333" y="288"/>
                    </a:lnTo>
                    <a:lnTo>
                      <a:pt x="219" y="464"/>
                    </a:lnTo>
                    <a:lnTo>
                      <a:pt x="172" y="464"/>
                    </a:lnTo>
                    <a:lnTo>
                      <a:pt x="129" y="499"/>
                    </a:lnTo>
                    <a:lnTo>
                      <a:pt x="61" y="461"/>
                    </a:lnTo>
                    <a:lnTo>
                      <a:pt x="0" y="440"/>
                    </a:lnTo>
                    <a:close/>
                  </a:path>
                </a:pathLst>
              </a:custGeom>
              <a:solidFill>
                <a:srgbClr val="C0C0C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167"/>
              <p:cNvSpPr>
                <a:spLocks/>
              </p:cNvSpPr>
              <p:nvPr/>
            </p:nvSpPr>
            <p:spPr bwMode="auto">
              <a:xfrm>
                <a:off x="3888" y="2508"/>
                <a:ext cx="514" cy="384"/>
              </a:xfrm>
              <a:custGeom>
                <a:avLst/>
                <a:gdLst>
                  <a:gd name="T0" fmla="*/ 1 w 1027"/>
                  <a:gd name="T1" fmla="*/ 0 h 766"/>
                  <a:gd name="T2" fmla="*/ 1 w 1027"/>
                  <a:gd name="T3" fmla="*/ 1 h 766"/>
                  <a:gd name="T4" fmla="*/ 1 w 1027"/>
                  <a:gd name="T5" fmla="*/ 1 h 766"/>
                  <a:gd name="T6" fmla="*/ 0 w 1027"/>
                  <a:gd name="T7" fmla="*/ 1 h 766"/>
                  <a:gd name="T8" fmla="*/ 1 w 1027"/>
                  <a:gd name="T9" fmla="*/ 1 h 766"/>
                  <a:gd name="T10" fmla="*/ 1 w 1027"/>
                  <a:gd name="T11" fmla="*/ 1 h 766"/>
                  <a:gd name="T12" fmla="*/ 1 w 1027"/>
                  <a:gd name="T13" fmla="*/ 1 h 766"/>
                  <a:gd name="T14" fmla="*/ 1 w 1027"/>
                  <a:gd name="T15" fmla="*/ 1 h 766"/>
                  <a:gd name="T16" fmla="*/ 1 w 1027"/>
                  <a:gd name="T17" fmla="*/ 1 h 766"/>
                  <a:gd name="T18" fmla="*/ 1 w 1027"/>
                  <a:gd name="T19" fmla="*/ 1 h 766"/>
                  <a:gd name="T20" fmla="*/ 1 w 1027"/>
                  <a:gd name="T21" fmla="*/ 1 h 766"/>
                  <a:gd name="T22" fmla="*/ 1 w 1027"/>
                  <a:gd name="T23" fmla="*/ 1 h 766"/>
                  <a:gd name="T24" fmla="*/ 1 w 1027"/>
                  <a:gd name="T25" fmla="*/ 1 h 766"/>
                  <a:gd name="T26" fmla="*/ 1 w 1027"/>
                  <a:gd name="T27" fmla="*/ 1 h 766"/>
                  <a:gd name="T28" fmla="*/ 1 w 1027"/>
                  <a:gd name="T29" fmla="*/ 1 h 766"/>
                  <a:gd name="T30" fmla="*/ 1 w 1027"/>
                  <a:gd name="T31" fmla="*/ 1 h 766"/>
                  <a:gd name="T32" fmla="*/ 1 w 1027"/>
                  <a:gd name="T33" fmla="*/ 1 h 766"/>
                  <a:gd name="T34" fmla="*/ 1 w 1027"/>
                  <a:gd name="T35" fmla="*/ 1 h 766"/>
                  <a:gd name="T36" fmla="*/ 1 w 1027"/>
                  <a:gd name="T37" fmla="*/ 1 h 766"/>
                  <a:gd name="T38" fmla="*/ 1 w 1027"/>
                  <a:gd name="T39" fmla="*/ 1 h 766"/>
                  <a:gd name="T40" fmla="*/ 1 w 1027"/>
                  <a:gd name="T41" fmla="*/ 1 h 766"/>
                  <a:gd name="T42" fmla="*/ 1 w 1027"/>
                  <a:gd name="T43" fmla="*/ 0 h 766"/>
                  <a:gd name="T44" fmla="*/ 1 w 1027"/>
                  <a:gd name="T45" fmla="*/ 0 h 76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1027"/>
                  <a:gd name="T70" fmla="*/ 0 h 766"/>
                  <a:gd name="T71" fmla="*/ 1027 w 1027"/>
                  <a:gd name="T72" fmla="*/ 766 h 76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1027" h="766">
                    <a:moveTo>
                      <a:pt x="583" y="0"/>
                    </a:moveTo>
                    <a:lnTo>
                      <a:pt x="450" y="176"/>
                    </a:lnTo>
                    <a:lnTo>
                      <a:pt x="221" y="404"/>
                    </a:lnTo>
                    <a:lnTo>
                      <a:pt x="0" y="559"/>
                    </a:lnTo>
                    <a:lnTo>
                      <a:pt x="182" y="580"/>
                    </a:lnTo>
                    <a:lnTo>
                      <a:pt x="375" y="651"/>
                    </a:lnTo>
                    <a:lnTo>
                      <a:pt x="575" y="766"/>
                    </a:lnTo>
                    <a:lnTo>
                      <a:pt x="694" y="530"/>
                    </a:lnTo>
                    <a:lnTo>
                      <a:pt x="894" y="239"/>
                    </a:lnTo>
                    <a:lnTo>
                      <a:pt x="1027" y="90"/>
                    </a:lnTo>
                    <a:lnTo>
                      <a:pt x="900" y="28"/>
                    </a:lnTo>
                    <a:lnTo>
                      <a:pt x="627" y="5"/>
                    </a:lnTo>
                    <a:lnTo>
                      <a:pt x="870" y="54"/>
                    </a:lnTo>
                    <a:lnTo>
                      <a:pt x="966" y="104"/>
                    </a:lnTo>
                    <a:lnTo>
                      <a:pt x="876" y="178"/>
                    </a:lnTo>
                    <a:lnTo>
                      <a:pt x="683" y="461"/>
                    </a:lnTo>
                    <a:lnTo>
                      <a:pt x="544" y="684"/>
                    </a:lnTo>
                    <a:lnTo>
                      <a:pt x="276" y="559"/>
                    </a:lnTo>
                    <a:lnTo>
                      <a:pt x="121" y="537"/>
                    </a:lnTo>
                    <a:lnTo>
                      <a:pt x="307" y="379"/>
                    </a:lnTo>
                    <a:lnTo>
                      <a:pt x="504" y="164"/>
                    </a:lnTo>
                    <a:lnTo>
                      <a:pt x="583" y="0"/>
                    </a:lnTo>
                    <a:close/>
                  </a:path>
                </a:pathLst>
              </a:custGeom>
              <a:solidFill>
                <a:srgbClr val="C0C0C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168"/>
              <p:cNvSpPr>
                <a:spLocks/>
              </p:cNvSpPr>
              <p:nvPr/>
            </p:nvSpPr>
            <p:spPr bwMode="auto">
              <a:xfrm>
                <a:off x="3888" y="2553"/>
                <a:ext cx="514" cy="1074"/>
              </a:xfrm>
              <a:custGeom>
                <a:avLst/>
                <a:gdLst>
                  <a:gd name="T0" fmla="*/ 0 w 1027"/>
                  <a:gd name="T1" fmla="*/ 1 h 2148"/>
                  <a:gd name="T2" fmla="*/ 1 w 1027"/>
                  <a:gd name="T3" fmla="*/ 1 h 2148"/>
                  <a:gd name="T4" fmla="*/ 1 w 1027"/>
                  <a:gd name="T5" fmla="*/ 1 h 2148"/>
                  <a:gd name="T6" fmla="*/ 1 w 1027"/>
                  <a:gd name="T7" fmla="*/ 1 h 2148"/>
                  <a:gd name="T8" fmla="*/ 1 w 1027"/>
                  <a:gd name="T9" fmla="*/ 1 h 2148"/>
                  <a:gd name="T10" fmla="*/ 1 w 1027"/>
                  <a:gd name="T11" fmla="*/ 1 h 2148"/>
                  <a:gd name="T12" fmla="*/ 1 w 1027"/>
                  <a:gd name="T13" fmla="*/ 1 h 2148"/>
                  <a:gd name="T14" fmla="*/ 1 w 1027"/>
                  <a:gd name="T15" fmla="*/ 1 h 2148"/>
                  <a:gd name="T16" fmla="*/ 1 w 1027"/>
                  <a:gd name="T17" fmla="*/ 1 h 2148"/>
                  <a:gd name="T18" fmla="*/ 1 w 1027"/>
                  <a:gd name="T19" fmla="*/ 0 h 2148"/>
                  <a:gd name="T20" fmla="*/ 1 w 1027"/>
                  <a:gd name="T21" fmla="*/ 1 h 2148"/>
                  <a:gd name="T22" fmla="*/ 1 w 1027"/>
                  <a:gd name="T23" fmla="*/ 1 h 2148"/>
                  <a:gd name="T24" fmla="*/ 1 w 1027"/>
                  <a:gd name="T25" fmla="*/ 1 h 2148"/>
                  <a:gd name="T26" fmla="*/ 1 w 1027"/>
                  <a:gd name="T27" fmla="*/ 1 h 2148"/>
                  <a:gd name="T28" fmla="*/ 1 w 1027"/>
                  <a:gd name="T29" fmla="*/ 1 h 2148"/>
                  <a:gd name="T30" fmla="*/ 1 w 1027"/>
                  <a:gd name="T31" fmla="*/ 1 h 2148"/>
                  <a:gd name="T32" fmla="*/ 1 w 1027"/>
                  <a:gd name="T33" fmla="*/ 1 h 2148"/>
                  <a:gd name="T34" fmla="*/ 1 w 1027"/>
                  <a:gd name="T35" fmla="*/ 1 h 2148"/>
                  <a:gd name="T36" fmla="*/ 1 w 1027"/>
                  <a:gd name="T37" fmla="*/ 1 h 2148"/>
                  <a:gd name="T38" fmla="*/ 1 w 1027"/>
                  <a:gd name="T39" fmla="*/ 1 h 2148"/>
                  <a:gd name="T40" fmla="*/ 1 w 1027"/>
                  <a:gd name="T41" fmla="*/ 1 h 2148"/>
                  <a:gd name="T42" fmla="*/ 1 w 1027"/>
                  <a:gd name="T43" fmla="*/ 1 h 2148"/>
                  <a:gd name="T44" fmla="*/ 1 w 1027"/>
                  <a:gd name="T45" fmla="*/ 1 h 2148"/>
                  <a:gd name="T46" fmla="*/ 1 w 1027"/>
                  <a:gd name="T47" fmla="*/ 1 h 2148"/>
                  <a:gd name="T48" fmla="*/ 1 w 1027"/>
                  <a:gd name="T49" fmla="*/ 1 h 2148"/>
                  <a:gd name="T50" fmla="*/ 1 w 1027"/>
                  <a:gd name="T51" fmla="*/ 1 h 2148"/>
                  <a:gd name="T52" fmla="*/ 1 w 1027"/>
                  <a:gd name="T53" fmla="*/ 1 h 2148"/>
                  <a:gd name="T54" fmla="*/ 1 w 1027"/>
                  <a:gd name="T55" fmla="*/ 1 h 2148"/>
                  <a:gd name="T56" fmla="*/ 1 w 1027"/>
                  <a:gd name="T57" fmla="*/ 1 h 2148"/>
                  <a:gd name="T58" fmla="*/ 1 w 1027"/>
                  <a:gd name="T59" fmla="*/ 1 h 2148"/>
                  <a:gd name="T60" fmla="*/ 1 w 1027"/>
                  <a:gd name="T61" fmla="*/ 1 h 2148"/>
                  <a:gd name="T62" fmla="*/ 1 w 1027"/>
                  <a:gd name="T63" fmla="*/ 1 h 2148"/>
                  <a:gd name="T64" fmla="*/ 1 w 1027"/>
                  <a:gd name="T65" fmla="*/ 1 h 2148"/>
                  <a:gd name="T66" fmla="*/ 1 w 1027"/>
                  <a:gd name="T67" fmla="*/ 1 h 2148"/>
                  <a:gd name="T68" fmla="*/ 1 w 1027"/>
                  <a:gd name="T69" fmla="*/ 1 h 2148"/>
                  <a:gd name="T70" fmla="*/ 1 w 1027"/>
                  <a:gd name="T71" fmla="*/ 1 h 2148"/>
                  <a:gd name="T72" fmla="*/ 1 w 1027"/>
                  <a:gd name="T73" fmla="*/ 1 h 2148"/>
                  <a:gd name="T74" fmla="*/ 1 w 1027"/>
                  <a:gd name="T75" fmla="*/ 1 h 2148"/>
                  <a:gd name="T76" fmla="*/ 1 w 1027"/>
                  <a:gd name="T77" fmla="*/ 1 h 2148"/>
                  <a:gd name="T78" fmla="*/ 1 w 1027"/>
                  <a:gd name="T79" fmla="*/ 1 h 2148"/>
                  <a:gd name="T80" fmla="*/ 1 w 1027"/>
                  <a:gd name="T81" fmla="*/ 1 h 2148"/>
                  <a:gd name="T82" fmla="*/ 1 w 1027"/>
                  <a:gd name="T83" fmla="*/ 1 h 2148"/>
                  <a:gd name="T84" fmla="*/ 1 w 1027"/>
                  <a:gd name="T85" fmla="*/ 1 h 2148"/>
                  <a:gd name="T86" fmla="*/ 1 w 1027"/>
                  <a:gd name="T87" fmla="*/ 1 h 2148"/>
                  <a:gd name="T88" fmla="*/ 1 w 1027"/>
                  <a:gd name="T89" fmla="*/ 1 h 2148"/>
                  <a:gd name="T90" fmla="*/ 1 w 1027"/>
                  <a:gd name="T91" fmla="*/ 1 h 2148"/>
                  <a:gd name="T92" fmla="*/ 1 w 1027"/>
                  <a:gd name="T93" fmla="*/ 1 h 2148"/>
                  <a:gd name="T94" fmla="*/ 1 w 1027"/>
                  <a:gd name="T95" fmla="*/ 1 h 2148"/>
                  <a:gd name="T96" fmla="*/ 1 w 1027"/>
                  <a:gd name="T97" fmla="*/ 1 h 2148"/>
                  <a:gd name="T98" fmla="*/ 1 w 1027"/>
                  <a:gd name="T99" fmla="*/ 1 h 2148"/>
                  <a:gd name="T100" fmla="*/ 1 w 1027"/>
                  <a:gd name="T101" fmla="*/ 1 h 2148"/>
                  <a:gd name="T102" fmla="*/ 1 w 1027"/>
                  <a:gd name="T103" fmla="*/ 1 h 2148"/>
                  <a:gd name="T104" fmla="*/ 1 w 1027"/>
                  <a:gd name="T105" fmla="*/ 1 h 2148"/>
                  <a:gd name="T106" fmla="*/ 1 w 1027"/>
                  <a:gd name="T107" fmla="*/ 1 h 2148"/>
                  <a:gd name="T108" fmla="*/ 1 w 1027"/>
                  <a:gd name="T109" fmla="*/ 1 h 2148"/>
                  <a:gd name="T110" fmla="*/ 1 w 1027"/>
                  <a:gd name="T111" fmla="*/ 1 h 2148"/>
                  <a:gd name="T112" fmla="*/ 1 w 1027"/>
                  <a:gd name="T113" fmla="*/ 1 h 2148"/>
                  <a:gd name="T114" fmla="*/ 0 w 1027"/>
                  <a:gd name="T115" fmla="*/ 1 h 2148"/>
                  <a:gd name="T116" fmla="*/ 0 w 1027"/>
                  <a:gd name="T117" fmla="*/ 1 h 2148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w 1027"/>
                  <a:gd name="T178" fmla="*/ 0 h 2148"/>
                  <a:gd name="T179" fmla="*/ 1027 w 1027"/>
                  <a:gd name="T180" fmla="*/ 2148 h 2148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T177" t="T178" r="T179" b="T180"/>
                <a:pathLst>
                  <a:path w="1027" h="2148">
                    <a:moveTo>
                      <a:pt x="0" y="469"/>
                    </a:moveTo>
                    <a:lnTo>
                      <a:pt x="59" y="795"/>
                    </a:lnTo>
                    <a:lnTo>
                      <a:pt x="56" y="1570"/>
                    </a:lnTo>
                    <a:lnTo>
                      <a:pt x="68" y="1857"/>
                    </a:lnTo>
                    <a:lnTo>
                      <a:pt x="48" y="2108"/>
                    </a:lnTo>
                    <a:lnTo>
                      <a:pt x="590" y="2148"/>
                    </a:lnTo>
                    <a:lnTo>
                      <a:pt x="960" y="2100"/>
                    </a:lnTo>
                    <a:lnTo>
                      <a:pt x="960" y="925"/>
                    </a:lnTo>
                    <a:lnTo>
                      <a:pt x="987" y="150"/>
                    </a:lnTo>
                    <a:lnTo>
                      <a:pt x="1027" y="0"/>
                    </a:lnTo>
                    <a:lnTo>
                      <a:pt x="885" y="118"/>
                    </a:lnTo>
                    <a:lnTo>
                      <a:pt x="932" y="185"/>
                    </a:lnTo>
                    <a:lnTo>
                      <a:pt x="853" y="311"/>
                    </a:lnTo>
                    <a:lnTo>
                      <a:pt x="905" y="374"/>
                    </a:lnTo>
                    <a:lnTo>
                      <a:pt x="803" y="493"/>
                    </a:lnTo>
                    <a:lnTo>
                      <a:pt x="893" y="515"/>
                    </a:lnTo>
                    <a:lnTo>
                      <a:pt x="740" y="713"/>
                    </a:lnTo>
                    <a:lnTo>
                      <a:pt x="850" y="780"/>
                    </a:lnTo>
                    <a:lnTo>
                      <a:pt x="716" y="905"/>
                    </a:lnTo>
                    <a:lnTo>
                      <a:pt x="865" y="964"/>
                    </a:lnTo>
                    <a:lnTo>
                      <a:pt x="724" y="1098"/>
                    </a:lnTo>
                    <a:lnTo>
                      <a:pt x="889" y="1117"/>
                    </a:lnTo>
                    <a:lnTo>
                      <a:pt x="747" y="1236"/>
                    </a:lnTo>
                    <a:lnTo>
                      <a:pt x="865" y="1279"/>
                    </a:lnTo>
                    <a:lnTo>
                      <a:pt x="708" y="1397"/>
                    </a:lnTo>
                    <a:lnTo>
                      <a:pt x="846" y="1448"/>
                    </a:lnTo>
                    <a:lnTo>
                      <a:pt x="708" y="1574"/>
                    </a:lnTo>
                    <a:lnTo>
                      <a:pt x="877" y="1629"/>
                    </a:lnTo>
                    <a:lnTo>
                      <a:pt x="704" y="1790"/>
                    </a:lnTo>
                    <a:lnTo>
                      <a:pt x="877" y="1814"/>
                    </a:lnTo>
                    <a:lnTo>
                      <a:pt x="736" y="1896"/>
                    </a:lnTo>
                    <a:lnTo>
                      <a:pt x="881" y="1955"/>
                    </a:lnTo>
                    <a:lnTo>
                      <a:pt x="626" y="2062"/>
                    </a:lnTo>
                    <a:lnTo>
                      <a:pt x="559" y="2038"/>
                    </a:lnTo>
                    <a:lnTo>
                      <a:pt x="547" y="838"/>
                    </a:lnTo>
                    <a:lnTo>
                      <a:pt x="587" y="705"/>
                    </a:lnTo>
                    <a:lnTo>
                      <a:pt x="311" y="791"/>
                    </a:lnTo>
                    <a:lnTo>
                      <a:pt x="437" y="897"/>
                    </a:lnTo>
                    <a:lnTo>
                      <a:pt x="272" y="1011"/>
                    </a:lnTo>
                    <a:lnTo>
                      <a:pt x="425" y="1113"/>
                    </a:lnTo>
                    <a:lnTo>
                      <a:pt x="292" y="1196"/>
                    </a:lnTo>
                    <a:lnTo>
                      <a:pt x="456" y="1322"/>
                    </a:lnTo>
                    <a:lnTo>
                      <a:pt x="288" y="1397"/>
                    </a:lnTo>
                    <a:lnTo>
                      <a:pt x="434" y="1542"/>
                    </a:lnTo>
                    <a:lnTo>
                      <a:pt x="272" y="1594"/>
                    </a:lnTo>
                    <a:lnTo>
                      <a:pt x="437" y="1708"/>
                    </a:lnTo>
                    <a:lnTo>
                      <a:pt x="272" y="1723"/>
                    </a:lnTo>
                    <a:lnTo>
                      <a:pt x="453" y="1888"/>
                    </a:lnTo>
                    <a:lnTo>
                      <a:pt x="300" y="1916"/>
                    </a:lnTo>
                    <a:lnTo>
                      <a:pt x="449" y="2054"/>
                    </a:lnTo>
                    <a:lnTo>
                      <a:pt x="123" y="2046"/>
                    </a:lnTo>
                    <a:lnTo>
                      <a:pt x="107" y="1849"/>
                    </a:lnTo>
                    <a:lnTo>
                      <a:pt x="104" y="1400"/>
                    </a:lnTo>
                    <a:lnTo>
                      <a:pt x="107" y="811"/>
                    </a:lnTo>
                    <a:lnTo>
                      <a:pt x="56" y="519"/>
                    </a:lnTo>
                    <a:lnTo>
                      <a:pt x="205" y="493"/>
                    </a:lnTo>
                    <a:lnTo>
                      <a:pt x="72" y="452"/>
                    </a:lnTo>
                    <a:lnTo>
                      <a:pt x="0" y="469"/>
                    </a:lnTo>
                    <a:close/>
                  </a:path>
                </a:pathLst>
              </a:custGeom>
              <a:solidFill>
                <a:srgbClr val="C0C0C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69"/>
              <p:cNvSpPr>
                <a:spLocks/>
              </p:cNvSpPr>
              <p:nvPr/>
            </p:nvSpPr>
            <p:spPr bwMode="auto">
              <a:xfrm>
                <a:off x="4022" y="2557"/>
                <a:ext cx="197" cy="215"/>
              </a:xfrm>
              <a:custGeom>
                <a:avLst/>
                <a:gdLst>
                  <a:gd name="T0" fmla="*/ 1 w 394"/>
                  <a:gd name="T1" fmla="*/ 0 h 430"/>
                  <a:gd name="T2" fmla="*/ 1 w 394"/>
                  <a:gd name="T3" fmla="*/ 1 h 430"/>
                  <a:gd name="T4" fmla="*/ 1 w 394"/>
                  <a:gd name="T5" fmla="*/ 1 h 430"/>
                  <a:gd name="T6" fmla="*/ 1 w 394"/>
                  <a:gd name="T7" fmla="*/ 1 h 430"/>
                  <a:gd name="T8" fmla="*/ 1 w 394"/>
                  <a:gd name="T9" fmla="*/ 1 h 430"/>
                  <a:gd name="T10" fmla="*/ 1 w 394"/>
                  <a:gd name="T11" fmla="*/ 1 h 430"/>
                  <a:gd name="T12" fmla="*/ 0 w 394"/>
                  <a:gd name="T13" fmla="*/ 1 h 430"/>
                  <a:gd name="T14" fmla="*/ 1 w 394"/>
                  <a:gd name="T15" fmla="*/ 1 h 430"/>
                  <a:gd name="T16" fmla="*/ 1 w 394"/>
                  <a:gd name="T17" fmla="*/ 1 h 430"/>
                  <a:gd name="T18" fmla="*/ 1 w 394"/>
                  <a:gd name="T19" fmla="*/ 1 h 430"/>
                  <a:gd name="T20" fmla="*/ 1 w 394"/>
                  <a:gd name="T21" fmla="*/ 1 h 430"/>
                  <a:gd name="T22" fmla="*/ 1 w 394"/>
                  <a:gd name="T23" fmla="*/ 1 h 430"/>
                  <a:gd name="T24" fmla="*/ 1 w 394"/>
                  <a:gd name="T25" fmla="*/ 1 h 430"/>
                  <a:gd name="T26" fmla="*/ 1 w 394"/>
                  <a:gd name="T27" fmla="*/ 1 h 430"/>
                  <a:gd name="T28" fmla="*/ 1 w 394"/>
                  <a:gd name="T29" fmla="*/ 1 h 430"/>
                  <a:gd name="T30" fmla="*/ 1 w 394"/>
                  <a:gd name="T31" fmla="*/ 1 h 430"/>
                  <a:gd name="T32" fmla="*/ 1 w 394"/>
                  <a:gd name="T33" fmla="*/ 1 h 430"/>
                  <a:gd name="T34" fmla="*/ 1 w 394"/>
                  <a:gd name="T35" fmla="*/ 0 h 430"/>
                  <a:gd name="T36" fmla="*/ 1 w 394"/>
                  <a:gd name="T37" fmla="*/ 0 h 43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394"/>
                  <a:gd name="T58" fmla="*/ 0 h 430"/>
                  <a:gd name="T59" fmla="*/ 394 w 394"/>
                  <a:gd name="T60" fmla="*/ 430 h 430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394" h="430">
                    <a:moveTo>
                      <a:pt x="321" y="0"/>
                    </a:moveTo>
                    <a:lnTo>
                      <a:pt x="301" y="56"/>
                    </a:lnTo>
                    <a:lnTo>
                      <a:pt x="182" y="229"/>
                    </a:lnTo>
                    <a:lnTo>
                      <a:pt x="39" y="340"/>
                    </a:lnTo>
                    <a:lnTo>
                      <a:pt x="78" y="366"/>
                    </a:lnTo>
                    <a:lnTo>
                      <a:pt x="76" y="387"/>
                    </a:lnTo>
                    <a:lnTo>
                      <a:pt x="0" y="419"/>
                    </a:lnTo>
                    <a:lnTo>
                      <a:pt x="68" y="430"/>
                    </a:lnTo>
                    <a:lnTo>
                      <a:pt x="121" y="395"/>
                    </a:lnTo>
                    <a:lnTo>
                      <a:pt x="117" y="352"/>
                    </a:lnTo>
                    <a:lnTo>
                      <a:pt x="103" y="330"/>
                    </a:lnTo>
                    <a:lnTo>
                      <a:pt x="189" y="268"/>
                    </a:lnTo>
                    <a:lnTo>
                      <a:pt x="280" y="129"/>
                    </a:lnTo>
                    <a:lnTo>
                      <a:pt x="328" y="48"/>
                    </a:lnTo>
                    <a:lnTo>
                      <a:pt x="353" y="53"/>
                    </a:lnTo>
                    <a:lnTo>
                      <a:pt x="394" y="41"/>
                    </a:lnTo>
                    <a:lnTo>
                      <a:pt x="347" y="36"/>
                    </a:lnTo>
                    <a:lnTo>
                      <a:pt x="321" y="0"/>
                    </a:lnTo>
                    <a:close/>
                  </a:path>
                </a:pathLst>
              </a:custGeom>
              <a:solidFill>
                <a:srgbClr val="C0C0C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70"/>
              <p:cNvSpPr>
                <a:spLocks/>
              </p:cNvSpPr>
              <p:nvPr/>
            </p:nvSpPr>
            <p:spPr bwMode="auto">
              <a:xfrm>
                <a:off x="4013" y="2538"/>
                <a:ext cx="300" cy="277"/>
              </a:xfrm>
              <a:custGeom>
                <a:avLst/>
                <a:gdLst>
                  <a:gd name="T0" fmla="*/ 1 w 599"/>
                  <a:gd name="T1" fmla="*/ 1 h 554"/>
                  <a:gd name="T2" fmla="*/ 1 w 599"/>
                  <a:gd name="T3" fmla="*/ 1 h 554"/>
                  <a:gd name="T4" fmla="*/ 1 w 599"/>
                  <a:gd name="T5" fmla="*/ 1 h 554"/>
                  <a:gd name="T6" fmla="*/ 1 w 599"/>
                  <a:gd name="T7" fmla="*/ 0 h 554"/>
                  <a:gd name="T8" fmla="*/ 1 w 599"/>
                  <a:gd name="T9" fmla="*/ 1 h 554"/>
                  <a:gd name="T10" fmla="*/ 1 w 599"/>
                  <a:gd name="T11" fmla="*/ 1 h 554"/>
                  <a:gd name="T12" fmla="*/ 1 w 599"/>
                  <a:gd name="T13" fmla="*/ 1 h 554"/>
                  <a:gd name="T14" fmla="*/ 1 w 599"/>
                  <a:gd name="T15" fmla="*/ 1 h 554"/>
                  <a:gd name="T16" fmla="*/ 1 w 599"/>
                  <a:gd name="T17" fmla="*/ 1 h 554"/>
                  <a:gd name="T18" fmla="*/ 1 w 599"/>
                  <a:gd name="T19" fmla="*/ 1 h 554"/>
                  <a:gd name="T20" fmla="*/ 1 w 599"/>
                  <a:gd name="T21" fmla="*/ 1 h 554"/>
                  <a:gd name="T22" fmla="*/ 1 w 599"/>
                  <a:gd name="T23" fmla="*/ 1 h 554"/>
                  <a:gd name="T24" fmla="*/ 1 w 599"/>
                  <a:gd name="T25" fmla="*/ 1 h 554"/>
                  <a:gd name="T26" fmla="*/ 1 w 599"/>
                  <a:gd name="T27" fmla="*/ 1 h 554"/>
                  <a:gd name="T28" fmla="*/ 0 w 599"/>
                  <a:gd name="T29" fmla="*/ 1 h 554"/>
                  <a:gd name="T30" fmla="*/ 1 w 599"/>
                  <a:gd name="T31" fmla="*/ 1 h 554"/>
                  <a:gd name="T32" fmla="*/ 1 w 599"/>
                  <a:gd name="T33" fmla="*/ 1 h 554"/>
                  <a:gd name="T34" fmla="*/ 1 w 599"/>
                  <a:gd name="T35" fmla="*/ 1 h 554"/>
                  <a:gd name="T36" fmla="*/ 1 w 599"/>
                  <a:gd name="T37" fmla="*/ 1 h 554"/>
                  <a:gd name="T38" fmla="*/ 1 w 599"/>
                  <a:gd name="T39" fmla="*/ 1 h 554"/>
                  <a:gd name="T40" fmla="*/ 1 w 599"/>
                  <a:gd name="T41" fmla="*/ 1 h 554"/>
                  <a:gd name="T42" fmla="*/ 1 w 599"/>
                  <a:gd name="T43" fmla="*/ 1 h 554"/>
                  <a:gd name="T44" fmla="*/ 1 w 599"/>
                  <a:gd name="T45" fmla="*/ 1 h 554"/>
                  <a:gd name="T46" fmla="*/ 1 w 599"/>
                  <a:gd name="T47" fmla="*/ 1 h 554"/>
                  <a:gd name="T48" fmla="*/ 1 w 599"/>
                  <a:gd name="T49" fmla="*/ 1 h 554"/>
                  <a:gd name="T50" fmla="*/ 1 w 599"/>
                  <a:gd name="T51" fmla="*/ 1 h 554"/>
                  <a:gd name="T52" fmla="*/ 1 w 599"/>
                  <a:gd name="T53" fmla="*/ 1 h 554"/>
                  <a:gd name="T54" fmla="*/ 1 w 599"/>
                  <a:gd name="T55" fmla="*/ 1 h 554"/>
                  <a:gd name="T56" fmla="*/ 1 w 599"/>
                  <a:gd name="T57" fmla="*/ 1 h 554"/>
                  <a:gd name="T58" fmla="*/ 1 w 599"/>
                  <a:gd name="T59" fmla="*/ 1 h 554"/>
                  <a:gd name="T60" fmla="*/ 1 w 599"/>
                  <a:gd name="T61" fmla="*/ 1 h 554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599"/>
                  <a:gd name="T94" fmla="*/ 0 h 554"/>
                  <a:gd name="T95" fmla="*/ 599 w 599"/>
                  <a:gd name="T96" fmla="*/ 554 h 554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599" h="554">
                    <a:moveTo>
                      <a:pt x="339" y="38"/>
                    </a:moveTo>
                    <a:lnTo>
                      <a:pt x="377" y="53"/>
                    </a:lnTo>
                    <a:lnTo>
                      <a:pt x="405" y="37"/>
                    </a:lnTo>
                    <a:lnTo>
                      <a:pt x="408" y="0"/>
                    </a:lnTo>
                    <a:lnTo>
                      <a:pt x="554" y="42"/>
                    </a:lnTo>
                    <a:lnTo>
                      <a:pt x="544" y="67"/>
                    </a:lnTo>
                    <a:lnTo>
                      <a:pt x="549" y="94"/>
                    </a:lnTo>
                    <a:lnTo>
                      <a:pt x="599" y="112"/>
                    </a:lnTo>
                    <a:lnTo>
                      <a:pt x="475" y="232"/>
                    </a:lnTo>
                    <a:lnTo>
                      <a:pt x="311" y="507"/>
                    </a:lnTo>
                    <a:lnTo>
                      <a:pt x="254" y="493"/>
                    </a:lnTo>
                    <a:lnTo>
                      <a:pt x="219" y="521"/>
                    </a:lnTo>
                    <a:lnTo>
                      <a:pt x="215" y="554"/>
                    </a:lnTo>
                    <a:lnTo>
                      <a:pt x="150" y="503"/>
                    </a:lnTo>
                    <a:lnTo>
                      <a:pt x="0" y="460"/>
                    </a:lnTo>
                    <a:lnTo>
                      <a:pt x="53" y="447"/>
                    </a:lnTo>
                    <a:lnTo>
                      <a:pt x="139" y="460"/>
                    </a:lnTo>
                    <a:lnTo>
                      <a:pt x="200" y="497"/>
                    </a:lnTo>
                    <a:lnTo>
                      <a:pt x="219" y="464"/>
                    </a:lnTo>
                    <a:lnTo>
                      <a:pt x="250" y="450"/>
                    </a:lnTo>
                    <a:lnTo>
                      <a:pt x="297" y="457"/>
                    </a:lnTo>
                    <a:lnTo>
                      <a:pt x="358" y="361"/>
                    </a:lnTo>
                    <a:lnTo>
                      <a:pt x="462" y="199"/>
                    </a:lnTo>
                    <a:lnTo>
                      <a:pt x="539" y="124"/>
                    </a:lnTo>
                    <a:lnTo>
                      <a:pt x="508" y="106"/>
                    </a:lnTo>
                    <a:lnTo>
                      <a:pt x="515" y="60"/>
                    </a:lnTo>
                    <a:lnTo>
                      <a:pt x="436" y="32"/>
                    </a:lnTo>
                    <a:lnTo>
                      <a:pt x="412" y="79"/>
                    </a:lnTo>
                    <a:lnTo>
                      <a:pt x="371" y="91"/>
                    </a:lnTo>
                    <a:lnTo>
                      <a:pt x="339" y="38"/>
                    </a:lnTo>
                    <a:close/>
                  </a:path>
                </a:pathLst>
              </a:custGeom>
              <a:solidFill>
                <a:srgbClr val="C0C0C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71"/>
              <p:cNvSpPr>
                <a:spLocks/>
              </p:cNvSpPr>
              <p:nvPr/>
            </p:nvSpPr>
            <p:spPr bwMode="auto">
              <a:xfrm>
                <a:off x="4136" y="2667"/>
                <a:ext cx="63" cy="39"/>
              </a:xfrm>
              <a:custGeom>
                <a:avLst/>
                <a:gdLst>
                  <a:gd name="T0" fmla="*/ 0 w 127"/>
                  <a:gd name="T1" fmla="*/ 0 h 79"/>
                  <a:gd name="T2" fmla="*/ 0 w 127"/>
                  <a:gd name="T3" fmla="*/ 0 h 79"/>
                  <a:gd name="T4" fmla="*/ 0 w 127"/>
                  <a:gd name="T5" fmla="*/ 0 h 79"/>
                  <a:gd name="T6" fmla="*/ 0 w 127"/>
                  <a:gd name="T7" fmla="*/ 0 h 79"/>
                  <a:gd name="T8" fmla="*/ 0 w 127"/>
                  <a:gd name="T9" fmla="*/ 0 h 79"/>
                  <a:gd name="T10" fmla="*/ 0 w 127"/>
                  <a:gd name="T11" fmla="*/ 0 h 79"/>
                  <a:gd name="T12" fmla="*/ 0 w 127"/>
                  <a:gd name="T13" fmla="*/ 0 h 79"/>
                  <a:gd name="T14" fmla="*/ 0 w 127"/>
                  <a:gd name="T15" fmla="*/ 0 h 79"/>
                  <a:gd name="T16" fmla="*/ 0 w 127"/>
                  <a:gd name="T17" fmla="*/ 0 h 79"/>
                  <a:gd name="T18" fmla="*/ 0 w 127"/>
                  <a:gd name="T19" fmla="*/ 0 h 79"/>
                  <a:gd name="T20" fmla="*/ 0 w 127"/>
                  <a:gd name="T21" fmla="*/ 0 h 7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27"/>
                  <a:gd name="T34" fmla="*/ 0 h 79"/>
                  <a:gd name="T35" fmla="*/ 127 w 127"/>
                  <a:gd name="T36" fmla="*/ 79 h 79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27" h="79">
                    <a:moveTo>
                      <a:pt x="13" y="0"/>
                    </a:moveTo>
                    <a:lnTo>
                      <a:pt x="21" y="29"/>
                    </a:lnTo>
                    <a:lnTo>
                      <a:pt x="61" y="52"/>
                    </a:lnTo>
                    <a:lnTo>
                      <a:pt x="90" y="56"/>
                    </a:lnTo>
                    <a:lnTo>
                      <a:pt x="127" y="42"/>
                    </a:lnTo>
                    <a:lnTo>
                      <a:pt x="98" y="79"/>
                    </a:lnTo>
                    <a:lnTo>
                      <a:pt x="40" y="79"/>
                    </a:lnTo>
                    <a:lnTo>
                      <a:pt x="8" y="55"/>
                    </a:lnTo>
                    <a:lnTo>
                      <a:pt x="0" y="24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C0C0C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72"/>
              <p:cNvSpPr>
                <a:spLocks/>
              </p:cNvSpPr>
              <p:nvPr/>
            </p:nvSpPr>
            <p:spPr bwMode="auto">
              <a:xfrm>
                <a:off x="4160" y="2623"/>
                <a:ext cx="69" cy="35"/>
              </a:xfrm>
              <a:custGeom>
                <a:avLst/>
                <a:gdLst>
                  <a:gd name="T0" fmla="*/ 0 w 138"/>
                  <a:gd name="T1" fmla="*/ 0 h 71"/>
                  <a:gd name="T2" fmla="*/ 1 w 138"/>
                  <a:gd name="T3" fmla="*/ 0 h 71"/>
                  <a:gd name="T4" fmla="*/ 1 w 138"/>
                  <a:gd name="T5" fmla="*/ 0 h 71"/>
                  <a:gd name="T6" fmla="*/ 1 w 138"/>
                  <a:gd name="T7" fmla="*/ 0 h 71"/>
                  <a:gd name="T8" fmla="*/ 1 w 138"/>
                  <a:gd name="T9" fmla="*/ 0 h 71"/>
                  <a:gd name="T10" fmla="*/ 1 w 138"/>
                  <a:gd name="T11" fmla="*/ 0 h 71"/>
                  <a:gd name="T12" fmla="*/ 1 w 138"/>
                  <a:gd name="T13" fmla="*/ 0 h 71"/>
                  <a:gd name="T14" fmla="*/ 1 w 138"/>
                  <a:gd name="T15" fmla="*/ 0 h 71"/>
                  <a:gd name="T16" fmla="*/ 1 w 138"/>
                  <a:gd name="T17" fmla="*/ 0 h 71"/>
                  <a:gd name="T18" fmla="*/ 1 w 138"/>
                  <a:gd name="T19" fmla="*/ 0 h 71"/>
                  <a:gd name="T20" fmla="*/ 1 w 138"/>
                  <a:gd name="T21" fmla="*/ 0 h 71"/>
                  <a:gd name="T22" fmla="*/ 0 w 138"/>
                  <a:gd name="T23" fmla="*/ 0 h 71"/>
                  <a:gd name="T24" fmla="*/ 0 w 138"/>
                  <a:gd name="T25" fmla="*/ 0 h 7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38"/>
                  <a:gd name="T40" fmla="*/ 0 h 71"/>
                  <a:gd name="T41" fmla="*/ 138 w 138"/>
                  <a:gd name="T42" fmla="*/ 71 h 71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38" h="71">
                    <a:moveTo>
                      <a:pt x="0" y="38"/>
                    </a:moveTo>
                    <a:lnTo>
                      <a:pt x="29" y="24"/>
                    </a:lnTo>
                    <a:lnTo>
                      <a:pt x="65" y="24"/>
                    </a:lnTo>
                    <a:lnTo>
                      <a:pt x="90" y="31"/>
                    </a:lnTo>
                    <a:lnTo>
                      <a:pt x="110" y="44"/>
                    </a:lnTo>
                    <a:lnTo>
                      <a:pt x="117" y="71"/>
                    </a:lnTo>
                    <a:lnTo>
                      <a:pt x="138" y="48"/>
                    </a:lnTo>
                    <a:lnTo>
                      <a:pt x="120" y="28"/>
                    </a:lnTo>
                    <a:lnTo>
                      <a:pt x="78" y="0"/>
                    </a:lnTo>
                    <a:lnTo>
                      <a:pt x="37" y="0"/>
                    </a:lnTo>
                    <a:lnTo>
                      <a:pt x="19" y="6"/>
                    </a:lnTo>
                    <a:lnTo>
                      <a:pt x="0" y="38"/>
                    </a:lnTo>
                    <a:close/>
                  </a:path>
                </a:pathLst>
              </a:custGeom>
              <a:solidFill>
                <a:srgbClr val="C0C0C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0" name="AutoShape 173"/>
            <p:cNvSpPr>
              <a:spLocks noChangeArrowheads="1"/>
            </p:cNvSpPr>
            <p:nvPr/>
          </p:nvSpPr>
          <p:spPr bwMode="auto">
            <a:xfrm rot="1437654">
              <a:off x="2895600" y="4114800"/>
              <a:ext cx="304800" cy="1295400"/>
            </a:xfrm>
            <a:prstGeom prst="curvedLeftArrow">
              <a:avLst>
                <a:gd name="adj1" fmla="val 82737"/>
                <a:gd name="adj2" fmla="val 167737"/>
                <a:gd name="adj3" fmla="val 4041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7" name="Group 172"/>
          <p:cNvGrpSpPr>
            <a:grpSpLocks/>
          </p:cNvGrpSpPr>
          <p:nvPr/>
        </p:nvGrpSpPr>
        <p:grpSpPr bwMode="auto">
          <a:xfrm>
            <a:off x="5286375" y="2286000"/>
            <a:ext cx="2286000" cy="2971800"/>
            <a:chOff x="5257800" y="2667000"/>
            <a:chExt cx="2286000" cy="2971800"/>
          </a:xfrm>
        </p:grpSpPr>
        <p:grpSp>
          <p:nvGrpSpPr>
            <p:cNvPr id="68" name="Group 174"/>
            <p:cNvGrpSpPr>
              <a:grpSpLocks/>
            </p:cNvGrpSpPr>
            <p:nvPr/>
          </p:nvGrpSpPr>
          <p:grpSpPr bwMode="auto">
            <a:xfrm>
              <a:off x="7086600" y="2895600"/>
              <a:ext cx="457200" cy="1143000"/>
              <a:chOff x="3888" y="2508"/>
              <a:chExt cx="514" cy="1119"/>
            </a:xfrm>
          </p:grpSpPr>
          <p:sp>
            <p:nvSpPr>
              <p:cNvPr id="112" name="Freeform 175"/>
              <p:cNvSpPr>
                <a:spLocks/>
              </p:cNvSpPr>
              <p:nvPr/>
            </p:nvSpPr>
            <p:spPr bwMode="auto">
              <a:xfrm>
                <a:off x="3888" y="2508"/>
                <a:ext cx="499" cy="1094"/>
              </a:xfrm>
              <a:custGeom>
                <a:avLst/>
                <a:gdLst>
                  <a:gd name="T0" fmla="*/ 1 w 997"/>
                  <a:gd name="T1" fmla="*/ 1 h 2188"/>
                  <a:gd name="T2" fmla="*/ 1 w 997"/>
                  <a:gd name="T3" fmla="*/ 1 h 2188"/>
                  <a:gd name="T4" fmla="*/ 1 w 997"/>
                  <a:gd name="T5" fmla="*/ 1 h 2188"/>
                  <a:gd name="T6" fmla="*/ 1 w 997"/>
                  <a:gd name="T7" fmla="*/ 0 h 2188"/>
                  <a:gd name="T8" fmla="*/ 1 w 997"/>
                  <a:gd name="T9" fmla="*/ 1 h 2188"/>
                  <a:gd name="T10" fmla="*/ 1 w 997"/>
                  <a:gd name="T11" fmla="*/ 1 h 2188"/>
                  <a:gd name="T12" fmla="*/ 1 w 997"/>
                  <a:gd name="T13" fmla="*/ 1 h 2188"/>
                  <a:gd name="T14" fmla="*/ 1 w 997"/>
                  <a:gd name="T15" fmla="*/ 1 h 2188"/>
                  <a:gd name="T16" fmla="*/ 1 w 997"/>
                  <a:gd name="T17" fmla="*/ 1 h 2188"/>
                  <a:gd name="T18" fmla="*/ 1 w 997"/>
                  <a:gd name="T19" fmla="*/ 1 h 2188"/>
                  <a:gd name="T20" fmla="*/ 1 w 997"/>
                  <a:gd name="T21" fmla="*/ 1 h 2188"/>
                  <a:gd name="T22" fmla="*/ 0 w 997"/>
                  <a:gd name="T23" fmla="*/ 1 h 2188"/>
                  <a:gd name="T24" fmla="*/ 1 w 997"/>
                  <a:gd name="T25" fmla="*/ 1 h 2188"/>
                  <a:gd name="T26" fmla="*/ 1 w 997"/>
                  <a:gd name="T27" fmla="*/ 1 h 2188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997"/>
                  <a:gd name="T43" fmla="*/ 0 h 2188"/>
                  <a:gd name="T44" fmla="*/ 997 w 997"/>
                  <a:gd name="T45" fmla="*/ 2188 h 2188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997" h="2188">
                    <a:moveTo>
                      <a:pt x="72" y="533"/>
                    </a:moveTo>
                    <a:lnTo>
                      <a:pt x="340" y="318"/>
                    </a:lnTo>
                    <a:lnTo>
                      <a:pt x="499" y="141"/>
                    </a:lnTo>
                    <a:lnTo>
                      <a:pt x="583" y="0"/>
                    </a:lnTo>
                    <a:lnTo>
                      <a:pt x="875" y="39"/>
                    </a:lnTo>
                    <a:lnTo>
                      <a:pt x="997" y="93"/>
                    </a:lnTo>
                    <a:lnTo>
                      <a:pt x="906" y="532"/>
                    </a:lnTo>
                    <a:lnTo>
                      <a:pt x="958" y="2159"/>
                    </a:lnTo>
                    <a:lnTo>
                      <a:pt x="561" y="2188"/>
                    </a:lnTo>
                    <a:lnTo>
                      <a:pt x="91" y="2167"/>
                    </a:lnTo>
                    <a:lnTo>
                      <a:pt x="67" y="757"/>
                    </a:lnTo>
                    <a:lnTo>
                      <a:pt x="0" y="557"/>
                    </a:lnTo>
                    <a:lnTo>
                      <a:pt x="72" y="533"/>
                    </a:lnTo>
                    <a:close/>
                  </a:path>
                </a:pathLst>
              </a:custGeom>
              <a:solidFill>
                <a:srgbClr val="99FF9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" name="Freeform 176"/>
              <p:cNvSpPr>
                <a:spLocks/>
              </p:cNvSpPr>
              <p:nvPr/>
            </p:nvSpPr>
            <p:spPr bwMode="auto">
              <a:xfrm>
                <a:off x="3928" y="2816"/>
                <a:ext cx="254" cy="787"/>
              </a:xfrm>
              <a:custGeom>
                <a:avLst/>
                <a:gdLst>
                  <a:gd name="T0" fmla="*/ 0 w 509"/>
                  <a:gd name="T1" fmla="*/ 0 h 1576"/>
                  <a:gd name="T2" fmla="*/ 0 w 509"/>
                  <a:gd name="T3" fmla="*/ 0 h 1576"/>
                  <a:gd name="T4" fmla="*/ 0 w 509"/>
                  <a:gd name="T5" fmla="*/ 0 h 1576"/>
                  <a:gd name="T6" fmla="*/ 0 w 509"/>
                  <a:gd name="T7" fmla="*/ 0 h 1576"/>
                  <a:gd name="T8" fmla="*/ 0 w 509"/>
                  <a:gd name="T9" fmla="*/ 0 h 1576"/>
                  <a:gd name="T10" fmla="*/ 0 w 509"/>
                  <a:gd name="T11" fmla="*/ 0 h 1576"/>
                  <a:gd name="T12" fmla="*/ 0 w 509"/>
                  <a:gd name="T13" fmla="*/ 0 h 1576"/>
                  <a:gd name="T14" fmla="*/ 0 w 509"/>
                  <a:gd name="T15" fmla="*/ 0 h 1576"/>
                  <a:gd name="T16" fmla="*/ 0 w 509"/>
                  <a:gd name="T17" fmla="*/ 0 h 1576"/>
                  <a:gd name="T18" fmla="*/ 0 w 509"/>
                  <a:gd name="T19" fmla="*/ 0 h 1576"/>
                  <a:gd name="T20" fmla="*/ 0 w 509"/>
                  <a:gd name="T21" fmla="*/ 0 h 157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509"/>
                  <a:gd name="T34" fmla="*/ 0 h 1576"/>
                  <a:gd name="T35" fmla="*/ 509 w 509"/>
                  <a:gd name="T36" fmla="*/ 1576 h 157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509" h="1576">
                    <a:moveTo>
                      <a:pt x="0" y="26"/>
                    </a:moveTo>
                    <a:lnTo>
                      <a:pt x="158" y="0"/>
                    </a:lnTo>
                    <a:lnTo>
                      <a:pt x="509" y="181"/>
                    </a:lnTo>
                    <a:lnTo>
                      <a:pt x="472" y="259"/>
                    </a:lnTo>
                    <a:lnTo>
                      <a:pt x="426" y="811"/>
                    </a:lnTo>
                    <a:lnTo>
                      <a:pt x="458" y="1576"/>
                    </a:lnTo>
                    <a:lnTo>
                      <a:pt x="12" y="1552"/>
                    </a:lnTo>
                    <a:lnTo>
                      <a:pt x="55" y="964"/>
                    </a:lnTo>
                    <a:lnTo>
                      <a:pt x="67" y="27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8FC28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" name="Freeform 177"/>
              <p:cNvSpPr>
                <a:spLocks/>
              </p:cNvSpPr>
              <p:nvPr/>
            </p:nvSpPr>
            <p:spPr bwMode="auto">
              <a:xfrm>
                <a:off x="4050" y="2547"/>
                <a:ext cx="241" cy="250"/>
              </a:xfrm>
              <a:custGeom>
                <a:avLst/>
                <a:gdLst>
                  <a:gd name="T0" fmla="*/ 0 w 482"/>
                  <a:gd name="T1" fmla="*/ 1 h 499"/>
                  <a:gd name="T2" fmla="*/ 1 w 482"/>
                  <a:gd name="T3" fmla="*/ 1 h 499"/>
                  <a:gd name="T4" fmla="*/ 1 w 482"/>
                  <a:gd name="T5" fmla="*/ 1 h 499"/>
                  <a:gd name="T6" fmla="*/ 1 w 482"/>
                  <a:gd name="T7" fmla="*/ 1 h 499"/>
                  <a:gd name="T8" fmla="*/ 1 w 482"/>
                  <a:gd name="T9" fmla="*/ 1 h 499"/>
                  <a:gd name="T10" fmla="*/ 1 w 482"/>
                  <a:gd name="T11" fmla="*/ 1 h 499"/>
                  <a:gd name="T12" fmla="*/ 1 w 482"/>
                  <a:gd name="T13" fmla="*/ 1 h 499"/>
                  <a:gd name="T14" fmla="*/ 1 w 482"/>
                  <a:gd name="T15" fmla="*/ 0 h 499"/>
                  <a:gd name="T16" fmla="*/ 1 w 482"/>
                  <a:gd name="T17" fmla="*/ 1 h 499"/>
                  <a:gd name="T18" fmla="*/ 1 w 482"/>
                  <a:gd name="T19" fmla="*/ 1 h 499"/>
                  <a:gd name="T20" fmla="*/ 1 w 482"/>
                  <a:gd name="T21" fmla="*/ 1 h 499"/>
                  <a:gd name="T22" fmla="*/ 1 w 482"/>
                  <a:gd name="T23" fmla="*/ 1 h 499"/>
                  <a:gd name="T24" fmla="*/ 1 w 482"/>
                  <a:gd name="T25" fmla="*/ 1 h 499"/>
                  <a:gd name="T26" fmla="*/ 1 w 482"/>
                  <a:gd name="T27" fmla="*/ 1 h 499"/>
                  <a:gd name="T28" fmla="*/ 1 w 482"/>
                  <a:gd name="T29" fmla="*/ 1 h 499"/>
                  <a:gd name="T30" fmla="*/ 1 w 482"/>
                  <a:gd name="T31" fmla="*/ 1 h 499"/>
                  <a:gd name="T32" fmla="*/ 1 w 482"/>
                  <a:gd name="T33" fmla="*/ 1 h 499"/>
                  <a:gd name="T34" fmla="*/ 0 w 482"/>
                  <a:gd name="T35" fmla="*/ 1 h 499"/>
                  <a:gd name="T36" fmla="*/ 0 w 482"/>
                  <a:gd name="T37" fmla="*/ 1 h 499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482"/>
                  <a:gd name="T58" fmla="*/ 0 h 499"/>
                  <a:gd name="T59" fmla="*/ 482 w 482"/>
                  <a:gd name="T60" fmla="*/ 499 h 499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482" h="499">
                    <a:moveTo>
                      <a:pt x="0" y="440"/>
                    </a:moveTo>
                    <a:lnTo>
                      <a:pt x="46" y="410"/>
                    </a:lnTo>
                    <a:lnTo>
                      <a:pt x="24" y="345"/>
                    </a:lnTo>
                    <a:lnTo>
                      <a:pt x="118" y="277"/>
                    </a:lnTo>
                    <a:lnTo>
                      <a:pt x="225" y="116"/>
                    </a:lnTo>
                    <a:lnTo>
                      <a:pt x="272" y="54"/>
                    </a:lnTo>
                    <a:lnTo>
                      <a:pt x="322" y="56"/>
                    </a:lnTo>
                    <a:lnTo>
                      <a:pt x="356" y="0"/>
                    </a:lnTo>
                    <a:lnTo>
                      <a:pt x="459" y="35"/>
                    </a:lnTo>
                    <a:lnTo>
                      <a:pt x="444" y="70"/>
                    </a:lnTo>
                    <a:lnTo>
                      <a:pt x="482" y="99"/>
                    </a:lnTo>
                    <a:lnTo>
                      <a:pt x="408" y="191"/>
                    </a:lnTo>
                    <a:lnTo>
                      <a:pt x="333" y="288"/>
                    </a:lnTo>
                    <a:lnTo>
                      <a:pt x="219" y="464"/>
                    </a:lnTo>
                    <a:lnTo>
                      <a:pt x="172" y="464"/>
                    </a:lnTo>
                    <a:lnTo>
                      <a:pt x="129" y="499"/>
                    </a:lnTo>
                    <a:lnTo>
                      <a:pt x="61" y="461"/>
                    </a:lnTo>
                    <a:lnTo>
                      <a:pt x="0" y="440"/>
                    </a:lnTo>
                    <a:close/>
                  </a:path>
                </a:pathLst>
              </a:custGeom>
              <a:solidFill>
                <a:srgbClr val="8FC28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" name="Freeform 178"/>
              <p:cNvSpPr>
                <a:spLocks/>
              </p:cNvSpPr>
              <p:nvPr/>
            </p:nvSpPr>
            <p:spPr bwMode="auto">
              <a:xfrm>
                <a:off x="3888" y="2508"/>
                <a:ext cx="514" cy="384"/>
              </a:xfrm>
              <a:custGeom>
                <a:avLst/>
                <a:gdLst>
                  <a:gd name="T0" fmla="*/ 1 w 1027"/>
                  <a:gd name="T1" fmla="*/ 0 h 766"/>
                  <a:gd name="T2" fmla="*/ 1 w 1027"/>
                  <a:gd name="T3" fmla="*/ 1 h 766"/>
                  <a:gd name="T4" fmla="*/ 1 w 1027"/>
                  <a:gd name="T5" fmla="*/ 1 h 766"/>
                  <a:gd name="T6" fmla="*/ 0 w 1027"/>
                  <a:gd name="T7" fmla="*/ 1 h 766"/>
                  <a:gd name="T8" fmla="*/ 1 w 1027"/>
                  <a:gd name="T9" fmla="*/ 1 h 766"/>
                  <a:gd name="T10" fmla="*/ 1 w 1027"/>
                  <a:gd name="T11" fmla="*/ 1 h 766"/>
                  <a:gd name="T12" fmla="*/ 1 w 1027"/>
                  <a:gd name="T13" fmla="*/ 1 h 766"/>
                  <a:gd name="T14" fmla="*/ 1 w 1027"/>
                  <a:gd name="T15" fmla="*/ 1 h 766"/>
                  <a:gd name="T16" fmla="*/ 1 w 1027"/>
                  <a:gd name="T17" fmla="*/ 1 h 766"/>
                  <a:gd name="T18" fmla="*/ 1 w 1027"/>
                  <a:gd name="T19" fmla="*/ 1 h 766"/>
                  <a:gd name="T20" fmla="*/ 1 w 1027"/>
                  <a:gd name="T21" fmla="*/ 1 h 766"/>
                  <a:gd name="T22" fmla="*/ 1 w 1027"/>
                  <a:gd name="T23" fmla="*/ 1 h 766"/>
                  <a:gd name="T24" fmla="*/ 1 w 1027"/>
                  <a:gd name="T25" fmla="*/ 1 h 766"/>
                  <a:gd name="T26" fmla="*/ 1 w 1027"/>
                  <a:gd name="T27" fmla="*/ 1 h 766"/>
                  <a:gd name="T28" fmla="*/ 1 w 1027"/>
                  <a:gd name="T29" fmla="*/ 1 h 766"/>
                  <a:gd name="T30" fmla="*/ 1 w 1027"/>
                  <a:gd name="T31" fmla="*/ 1 h 766"/>
                  <a:gd name="T32" fmla="*/ 1 w 1027"/>
                  <a:gd name="T33" fmla="*/ 1 h 766"/>
                  <a:gd name="T34" fmla="*/ 1 w 1027"/>
                  <a:gd name="T35" fmla="*/ 1 h 766"/>
                  <a:gd name="T36" fmla="*/ 1 w 1027"/>
                  <a:gd name="T37" fmla="*/ 1 h 766"/>
                  <a:gd name="T38" fmla="*/ 1 w 1027"/>
                  <a:gd name="T39" fmla="*/ 1 h 766"/>
                  <a:gd name="T40" fmla="*/ 1 w 1027"/>
                  <a:gd name="T41" fmla="*/ 1 h 766"/>
                  <a:gd name="T42" fmla="*/ 1 w 1027"/>
                  <a:gd name="T43" fmla="*/ 0 h 766"/>
                  <a:gd name="T44" fmla="*/ 1 w 1027"/>
                  <a:gd name="T45" fmla="*/ 0 h 76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1027"/>
                  <a:gd name="T70" fmla="*/ 0 h 766"/>
                  <a:gd name="T71" fmla="*/ 1027 w 1027"/>
                  <a:gd name="T72" fmla="*/ 766 h 76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1027" h="766">
                    <a:moveTo>
                      <a:pt x="583" y="0"/>
                    </a:moveTo>
                    <a:lnTo>
                      <a:pt x="450" y="176"/>
                    </a:lnTo>
                    <a:lnTo>
                      <a:pt x="221" y="404"/>
                    </a:lnTo>
                    <a:lnTo>
                      <a:pt x="0" y="559"/>
                    </a:lnTo>
                    <a:lnTo>
                      <a:pt x="182" y="580"/>
                    </a:lnTo>
                    <a:lnTo>
                      <a:pt x="375" y="651"/>
                    </a:lnTo>
                    <a:lnTo>
                      <a:pt x="575" y="766"/>
                    </a:lnTo>
                    <a:lnTo>
                      <a:pt x="694" y="530"/>
                    </a:lnTo>
                    <a:lnTo>
                      <a:pt x="894" y="239"/>
                    </a:lnTo>
                    <a:lnTo>
                      <a:pt x="1027" y="90"/>
                    </a:lnTo>
                    <a:lnTo>
                      <a:pt x="900" y="28"/>
                    </a:lnTo>
                    <a:lnTo>
                      <a:pt x="627" y="5"/>
                    </a:lnTo>
                    <a:lnTo>
                      <a:pt x="870" y="54"/>
                    </a:lnTo>
                    <a:lnTo>
                      <a:pt x="966" y="104"/>
                    </a:lnTo>
                    <a:lnTo>
                      <a:pt x="876" y="178"/>
                    </a:lnTo>
                    <a:lnTo>
                      <a:pt x="683" y="461"/>
                    </a:lnTo>
                    <a:lnTo>
                      <a:pt x="544" y="684"/>
                    </a:lnTo>
                    <a:lnTo>
                      <a:pt x="276" y="559"/>
                    </a:lnTo>
                    <a:lnTo>
                      <a:pt x="121" y="537"/>
                    </a:lnTo>
                    <a:lnTo>
                      <a:pt x="307" y="379"/>
                    </a:lnTo>
                    <a:lnTo>
                      <a:pt x="504" y="164"/>
                    </a:lnTo>
                    <a:lnTo>
                      <a:pt x="58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" name="Freeform 179"/>
              <p:cNvSpPr>
                <a:spLocks/>
              </p:cNvSpPr>
              <p:nvPr/>
            </p:nvSpPr>
            <p:spPr bwMode="auto">
              <a:xfrm>
                <a:off x="3888" y="2553"/>
                <a:ext cx="514" cy="1074"/>
              </a:xfrm>
              <a:custGeom>
                <a:avLst/>
                <a:gdLst>
                  <a:gd name="T0" fmla="*/ 0 w 1027"/>
                  <a:gd name="T1" fmla="*/ 1 h 2148"/>
                  <a:gd name="T2" fmla="*/ 1 w 1027"/>
                  <a:gd name="T3" fmla="*/ 1 h 2148"/>
                  <a:gd name="T4" fmla="*/ 1 w 1027"/>
                  <a:gd name="T5" fmla="*/ 1 h 2148"/>
                  <a:gd name="T6" fmla="*/ 1 w 1027"/>
                  <a:gd name="T7" fmla="*/ 1 h 2148"/>
                  <a:gd name="T8" fmla="*/ 1 w 1027"/>
                  <a:gd name="T9" fmla="*/ 1 h 2148"/>
                  <a:gd name="T10" fmla="*/ 1 w 1027"/>
                  <a:gd name="T11" fmla="*/ 1 h 2148"/>
                  <a:gd name="T12" fmla="*/ 1 w 1027"/>
                  <a:gd name="T13" fmla="*/ 1 h 2148"/>
                  <a:gd name="T14" fmla="*/ 1 w 1027"/>
                  <a:gd name="T15" fmla="*/ 1 h 2148"/>
                  <a:gd name="T16" fmla="*/ 1 w 1027"/>
                  <a:gd name="T17" fmla="*/ 1 h 2148"/>
                  <a:gd name="T18" fmla="*/ 1 w 1027"/>
                  <a:gd name="T19" fmla="*/ 0 h 2148"/>
                  <a:gd name="T20" fmla="*/ 1 w 1027"/>
                  <a:gd name="T21" fmla="*/ 1 h 2148"/>
                  <a:gd name="T22" fmla="*/ 1 w 1027"/>
                  <a:gd name="T23" fmla="*/ 1 h 2148"/>
                  <a:gd name="T24" fmla="*/ 1 w 1027"/>
                  <a:gd name="T25" fmla="*/ 1 h 2148"/>
                  <a:gd name="T26" fmla="*/ 1 w 1027"/>
                  <a:gd name="T27" fmla="*/ 1 h 2148"/>
                  <a:gd name="T28" fmla="*/ 1 w 1027"/>
                  <a:gd name="T29" fmla="*/ 1 h 2148"/>
                  <a:gd name="T30" fmla="*/ 1 w 1027"/>
                  <a:gd name="T31" fmla="*/ 1 h 2148"/>
                  <a:gd name="T32" fmla="*/ 1 w 1027"/>
                  <a:gd name="T33" fmla="*/ 1 h 2148"/>
                  <a:gd name="T34" fmla="*/ 1 w 1027"/>
                  <a:gd name="T35" fmla="*/ 1 h 2148"/>
                  <a:gd name="T36" fmla="*/ 1 w 1027"/>
                  <a:gd name="T37" fmla="*/ 1 h 2148"/>
                  <a:gd name="T38" fmla="*/ 1 w 1027"/>
                  <a:gd name="T39" fmla="*/ 1 h 2148"/>
                  <a:gd name="T40" fmla="*/ 1 w 1027"/>
                  <a:gd name="T41" fmla="*/ 1 h 2148"/>
                  <a:gd name="T42" fmla="*/ 1 w 1027"/>
                  <a:gd name="T43" fmla="*/ 1 h 2148"/>
                  <a:gd name="T44" fmla="*/ 1 w 1027"/>
                  <a:gd name="T45" fmla="*/ 1 h 2148"/>
                  <a:gd name="T46" fmla="*/ 1 w 1027"/>
                  <a:gd name="T47" fmla="*/ 1 h 2148"/>
                  <a:gd name="T48" fmla="*/ 1 w 1027"/>
                  <a:gd name="T49" fmla="*/ 1 h 2148"/>
                  <a:gd name="T50" fmla="*/ 1 w 1027"/>
                  <a:gd name="T51" fmla="*/ 1 h 2148"/>
                  <a:gd name="T52" fmla="*/ 1 w 1027"/>
                  <a:gd name="T53" fmla="*/ 1 h 2148"/>
                  <a:gd name="T54" fmla="*/ 1 w 1027"/>
                  <a:gd name="T55" fmla="*/ 1 h 2148"/>
                  <a:gd name="T56" fmla="*/ 1 w 1027"/>
                  <a:gd name="T57" fmla="*/ 1 h 2148"/>
                  <a:gd name="T58" fmla="*/ 1 w 1027"/>
                  <a:gd name="T59" fmla="*/ 1 h 2148"/>
                  <a:gd name="T60" fmla="*/ 1 w 1027"/>
                  <a:gd name="T61" fmla="*/ 1 h 2148"/>
                  <a:gd name="T62" fmla="*/ 1 w 1027"/>
                  <a:gd name="T63" fmla="*/ 1 h 2148"/>
                  <a:gd name="T64" fmla="*/ 1 w 1027"/>
                  <a:gd name="T65" fmla="*/ 1 h 2148"/>
                  <a:gd name="T66" fmla="*/ 1 w 1027"/>
                  <a:gd name="T67" fmla="*/ 1 h 2148"/>
                  <a:gd name="T68" fmla="*/ 1 w 1027"/>
                  <a:gd name="T69" fmla="*/ 1 h 2148"/>
                  <a:gd name="T70" fmla="*/ 1 w 1027"/>
                  <a:gd name="T71" fmla="*/ 1 h 2148"/>
                  <a:gd name="T72" fmla="*/ 1 w 1027"/>
                  <a:gd name="T73" fmla="*/ 1 h 2148"/>
                  <a:gd name="T74" fmla="*/ 1 w 1027"/>
                  <a:gd name="T75" fmla="*/ 1 h 2148"/>
                  <a:gd name="T76" fmla="*/ 1 w 1027"/>
                  <a:gd name="T77" fmla="*/ 1 h 2148"/>
                  <a:gd name="T78" fmla="*/ 1 w 1027"/>
                  <a:gd name="T79" fmla="*/ 1 h 2148"/>
                  <a:gd name="T80" fmla="*/ 1 w 1027"/>
                  <a:gd name="T81" fmla="*/ 1 h 2148"/>
                  <a:gd name="T82" fmla="*/ 1 w 1027"/>
                  <a:gd name="T83" fmla="*/ 1 h 2148"/>
                  <a:gd name="T84" fmla="*/ 1 w 1027"/>
                  <a:gd name="T85" fmla="*/ 1 h 2148"/>
                  <a:gd name="T86" fmla="*/ 1 w 1027"/>
                  <a:gd name="T87" fmla="*/ 1 h 2148"/>
                  <a:gd name="T88" fmla="*/ 1 w 1027"/>
                  <a:gd name="T89" fmla="*/ 1 h 2148"/>
                  <a:gd name="T90" fmla="*/ 1 w 1027"/>
                  <a:gd name="T91" fmla="*/ 1 h 2148"/>
                  <a:gd name="T92" fmla="*/ 1 w 1027"/>
                  <a:gd name="T93" fmla="*/ 1 h 2148"/>
                  <a:gd name="T94" fmla="*/ 1 w 1027"/>
                  <a:gd name="T95" fmla="*/ 1 h 2148"/>
                  <a:gd name="T96" fmla="*/ 1 w 1027"/>
                  <a:gd name="T97" fmla="*/ 1 h 2148"/>
                  <a:gd name="T98" fmla="*/ 1 w 1027"/>
                  <a:gd name="T99" fmla="*/ 1 h 2148"/>
                  <a:gd name="T100" fmla="*/ 1 w 1027"/>
                  <a:gd name="T101" fmla="*/ 1 h 2148"/>
                  <a:gd name="T102" fmla="*/ 1 w 1027"/>
                  <a:gd name="T103" fmla="*/ 1 h 2148"/>
                  <a:gd name="T104" fmla="*/ 1 w 1027"/>
                  <a:gd name="T105" fmla="*/ 1 h 2148"/>
                  <a:gd name="T106" fmla="*/ 1 w 1027"/>
                  <a:gd name="T107" fmla="*/ 1 h 2148"/>
                  <a:gd name="T108" fmla="*/ 1 w 1027"/>
                  <a:gd name="T109" fmla="*/ 1 h 2148"/>
                  <a:gd name="T110" fmla="*/ 1 w 1027"/>
                  <a:gd name="T111" fmla="*/ 1 h 2148"/>
                  <a:gd name="T112" fmla="*/ 1 w 1027"/>
                  <a:gd name="T113" fmla="*/ 1 h 2148"/>
                  <a:gd name="T114" fmla="*/ 0 w 1027"/>
                  <a:gd name="T115" fmla="*/ 1 h 2148"/>
                  <a:gd name="T116" fmla="*/ 0 w 1027"/>
                  <a:gd name="T117" fmla="*/ 1 h 2148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w 1027"/>
                  <a:gd name="T178" fmla="*/ 0 h 2148"/>
                  <a:gd name="T179" fmla="*/ 1027 w 1027"/>
                  <a:gd name="T180" fmla="*/ 2148 h 2148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T177" t="T178" r="T179" b="T180"/>
                <a:pathLst>
                  <a:path w="1027" h="2148">
                    <a:moveTo>
                      <a:pt x="0" y="469"/>
                    </a:moveTo>
                    <a:lnTo>
                      <a:pt x="59" y="795"/>
                    </a:lnTo>
                    <a:lnTo>
                      <a:pt x="56" y="1570"/>
                    </a:lnTo>
                    <a:lnTo>
                      <a:pt x="68" y="1857"/>
                    </a:lnTo>
                    <a:lnTo>
                      <a:pt x="48" y="2108"/>
                    </a:lnTo>
                    <a:lnTo>
                      <a:pt x="590" y="2148"/>
                    </a:lnTo>
                    <a:lnTo>
                      <a:pt x="960" y="2100"/>
                    </a:lnTo>
                    <a:lnTo>
                      <a:pt x="960" y="925"/>
                    </a:lnTo>
                    <a:lnTo>
                      <a:pt x="987" y="150"/>
                    </a:lnTo>
                    <a:lnTo>
                      <a:pt x="1027" y="0"/>
                    </a:lnTo>
                    <a:lnTo>
                      <a:pt x="885" y="118"/>
                    </a:lnTo>
                    <a:lnTo>
                      <a:pt x="932" y="185"/>
                    </a:lnTo>
                    <a:lnTo>
                      <a:pt x="853" y="311"/>
                    </a:lnTo>
                    <a:lnTo>
                      <a:pt x="905" y="374"/>
                    </a:lnTo>
                    <a:lnTo>
                      <a:pt x="803" y="493"/>
                    </a:lnTo>
                    <a:lnTo>
                      <a:pt x="893" y="515"/>
                    </a:lnTo>
                    <a:lnTo>
                      <a:pt x="740" y="713"/>
                    </a:lnTo>
                    <a:lnTo>
                      <a:pt x="850" y="780"/>
                    </a:lnTo>
                    <a:lnTo>
                      <a:pt x="716" y="905"/>
                    </a:lnTo>
                    <a:lnTo>
                      <a:pt x="865" y="964"/>
                    </a:lnTo>
                    <a:lnTo>
                      <a:pt x="724" y="1098"/>
                    </a:lnTo>
                    <a:lnTo>
                      <a:pt x="889" y="1117"/>
                    </a:lnTo>
                    <a:lnTo>
                      <a:pt x="747" y="1236"/>
                    </a:lnTo>
                    <a:lnTo>
                      <a:pt x="865" y="1279"/>
                    </a:lnTo>
                    <a:lnTo>
                      <a:pt x="708" y="1397"/>
                    </a:lnTo>
                    <a:lnTo>
                      <a:pt x="846" y="1448"/>
                    </a:lnTo>
                    <a:lnTo>
                      <a:pt x="708" y="1574"/>
                    </a:lnTo>
                    <a:lnTo>
                      <a:pt x="877" y="1629"/>
                    </a:lnTo>
                    <a:lnTo>
                      <a:pt x="704" y="1790"/>
                    </a:lnTo>
                    <a:lnTo>
                      <a:pt x="877" y="1814"/>
                    </a:lnTo>
                    <a:lnTo>
                      <a:pt x="736" y="1896"/>
                    </a:lnTo>
                    <a:lnTo>
                      <a:pt x="881" y="1955"/>
                    </a:lnTo>
                    <a:lnTo>
                      <a:pt x="626" y="2062"/>
                    </a:lnTo>
                    <a:lnTo>
                      <a:pt x="559" y="2038"/>
                    </a:lnTo>
                    <a:lnTo>
                      <a:pt x="547" y="838"/>
                    </a:lnTo>
                    <a:lnTo>
                      <a:pt x="587" y="705"/>
                    </a:lnTo>
                    <a:lnTo>
                      <a:pt x="311" y="791"/>
                    </a:lnTo>
                    <a:lnTo>
                      <a:pt x="437" y="897"/>
                    </a:lnTo>
                    <a:lnTo>
                      <a:pt x="272" y="1011"/>
                    </a:lnTo>
                    <a:lnTo>
                      <a:pt x="425" y="1113"/>
                    </a:lnTo>
                    <a:lnTo>
                      <a:pt x="292" y="1196"/>
                    </a:lnTo>
                    <a:lnTo>
                      <a:pt x="456" y="1322"/>
                    </a:lnTo>
                    <a:lnTo>
                      <a:pt x="288" y="1397"/>
                    </a:lnTo>
                    <a:lnTo>
                      <a:pt x="434" y="1542"/>
                    </a:lnTo>
                    <a:lnTo>
                      <a:pt x="272" y="1594"/>
                    </a:lnTo>
                    <a:lnTo>
                      <a:pt x="437" y="1708"/>
                    </a:lnTo>
                    <a:lnTo>
                      <a:pt x="272" y="1723"/>
                    </a:lnTo>
                    <a:lnTo>
                      <a:pt x="453" y="1888"/>
                    </a:lnTo>
                    <a:lnTo>
                      <a:pt x="300" y="1916"/>
                    </a:lnTo>
                    <a:lnTo>
                      <a:pt x="449" y="2054"/>
                    </a:lnTo>
                    <a:lnTo>
                      <a:pt x="123" y="2046"/>
                    </a:lnTo>
                    <a:lnTo>
                      <a:pt x="107" y="1849"/>
                    </a:lnTo>
                    <a:lnTo>
                      <a:pt x="104" y="1400"/>
                    </a:lnTo>
                    <a:lnTo>
                      <a:pt x="107" y="811"/>
                    </a:lnTo>
                    <a:lnTo>
                      <a:pt x="56" y="519"/>
                    </a:lnTo>
                    <a:lnTo>
                      <a:pt x="205" y="493"/>
                    </a:lnTo>
                    <a:lnTo>
                      <a:pt x="72" y="452"/>
                    </a:lnTo>
                    <a:lnTo>
                      <a:pt x="0" y="46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" name="Freeform 180"/>
              <p:cNvSpPr>
                <a:spLocks/>
              </p:cNvSpPr>
              <p:nvPr/>
            </p:nvSpPr>
            <p:spPr bwMode="auto">
              <a:xfrm>
                <a:off x="4022" y="2557"/>
                <a:ext cx="197" cy="215"/>
              </a:xfrm>
              <a:custGeom>
                <a:avLst/>
                <a:gdLst>
                  <a:gd name="T0" fmla="*/ 1 w 394"/>
                  <a:gd name="T1" fmla="*/ 0 h 430"/>
                  <a:gd name="T2" fmla="*/ 1 w 394"/>
                  <a:gd name="T3" fmla="*/ 1 h 430"/>
                  <a:gd name="T4" fmla="*/ 1 w 394"/>
                  <a:gd name="T5" fmla="*/ 1 h 430"/>
                  <a:gd name="T6" fmla="*/ 1 w 394"/>
                  <a:gd name="T7" fmla="*/ 1 h 430"/>
                  <a:gd name="T8" fmla="*/ 1 w 394"/>
                  <a:gd name="T9" fmla="*/ 1 h 430"/>
                  <a:gd name="T10" fmla="*/ 1 w 394"/>
                  <a:gd name="T11" fmla="*/ 1 h 430"/>
                  <a:gd name="T12" fmla="*/ 0 w 394"/>
                  <a:gd name="T13" fmla="*/ 1 h 430"/>
                  <a:gd name="T14" fmla="*/ 1 w 394"/>
                  <a:gd name="T15" fmla="*/ 1 h 430"/>
                  <a:gd name="T16" fmla="*/ 1 w 394"/>
                  <a:gd name="T17" fmla="*/ 1 h 430"/>
                  <a:gd name="T18" fmla="*/ 1 w 394"/>
                  <a:gd name="T19" fmla="*/ 1 h 430"/>
                  <a:gd name="T20" fmla="*/ 1 w 394"/>
                  <a:gd name="T21" fmla="*/ 1 h 430"/>
                  <a:gd name="T22" fmla="*/ 1 w 394"/>
                  <a:gd name="T23" fmla="*/ 1 h 430"/>
                  <a:gd name="T24" fmla="*/ 1 w 394"/>
                  <a:gd name="T25" fmla="*/ 1 h 430"/>
                  <a:gd name="T26" fmla="*/ 1 w 394"/>
                  <a:gd name="T27" fmla="*/ 1 h 430"/>
                  <a:gd name="T28" fmla="*/ 1 w 394"/>
                  <a:gd name="T29" fmla="*/ 1 h 430"/>
                  <a:gd name="T30" fmla="*/ 1 w 394"/>
                  <a:gd name="T31" fmla="*/ 1 h 430"/>
                  <a:gd name="T32" fmla="*/ 1 w 394"/>
                  <a:gd name="T33" fmla="*/ 1 h 430"/>
                  <a:gd name="T34" fmla="*/ 1 w 394"/>
                  <a:gd name="T35" fmla="*/ 0 h 430"/>
                  <a:gd name="T36" fmla="*/ 1 w 394"/>
                  <a:gd name="T37" fmla="*/ 0 h 43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394"/>
                  <a:gd name="T58" fmla="*/ 0 h 430"/>
                  <a:gd name="T59" fmla="*/ 394 w 394"/>
                  <a:gd name="T60" fmla="*/ 430 h 430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394" h="430">
                    <a:moveTo>
                      <a:pt x="321" y="0"/>
                    </a:moveTo>
                    <a:lnTo>
                      <a:pt x="301" y="56"/>
                    </a:lnTo>
                    <a:lnTo>
                      <a:pt x="182" y="229"/>
                    </a:lnTo>
                    <a:lnTo>
                      <a:pt x="39" y="340"/>
                    </a:lnTo>
                    <a:lnTo>
                      <a:pt x="78" y="366"/>
                    </a:lnTo>
                    <a:lnTo>
                      <a:pt x="76" y="387"/>
                    </a:lnTo>
                    <a:lnTo>
                      <a:pt x="0" y="419"/>
                    </a:lnTo>
                    <a:lnTo>
                      <a:pt x="68" y="430"/>
                    </a:lnTo>
                    <a:lnTo>
                      <a:pt x="121" y="395"/>
                    </a:lnTo>
                    <a:lnTo>
                      <a:pt x="117" y="352"/>
                    </a:lnTo>
                    <a:lnTo>
                      <a:pt x="103" y="330"/>
                    </a:lnTo>
                    <a:lnTo>
                      <a:pt x="189" y="268"/>
                    </a:lnTo>
                    <a:lnTo>
                      <a:pt x="280" y="129"/>
                    </a:lnTo>
                    <a:lnTo>
                      <a:pt x="328" y="48"/>
                    </a:lnTo>
                    <a:lnTo>
                      <a:pt x="353" y="53"/>
                    </a:lnTo>
                    <a:lnTo>
                      <a:pt x="394" y="41"/>
                    </a:lnTo>
                    <a:lnTo>
                      <a:pt x="347" y="36"/>
                    </a:lnTo>
                    <a:lnTo>
                      <a:pt x="32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" name="Freeform 181"/>
              <p:cNvSpPr>
                <a:spLocks/>
              </p:cNvSpPr>
              <p:nvPr/>
            </p:nvSpPr>
            <p:spPr bwMode="auto">
              <a:xfrm>
                <a:off x="4013" y="2538"/>
                <a:ext cx="300" cy="277"/>
              </a:xfrm>
              <a:custGeom>
                <a:avLst/>
                <a:gdLst>
                  <a:gd name="T0" fmla="*/ 1 w 599"/>
                  <a:gd name="T1" fmla="*/ 1 h 554"/>
                  <a:gd name="T2" fmla="*/ 1 w 599"/>
                  <a:gd name="T3" fmla="*/ 1 h 554"/>
                  <a:gd name="T4" fmla="*/ 1 w 599"/>
                  <a:gd name="T5" fmla="*/ 1 h 554"/>
                  <a:gd name="T6" fmla="*/ 1 w 599"/>
                  <a:gd name="T7" fmla="*/ 0 h 554"/>
                  <a:gd name="T8" fmla="*/ 1 w 599"/>
                  <a:gd name="T9" fmla="*/ 1 h 554"/>
                  <a:gd name="T10" fmla="*/ 1 w 599"/>
                  <a:gd name="T11" fmla="*/ 1 h 554"/>
                  <a:gd name="T12" fmla="*/ 1 w 599"/>
                  <a:gd name="T13" fmla="*/ 1 h 554"/>
                  <a:gd name="T14" fmla="*/ 1 w 599"/>
                  <a:gd name="T15" fmla="*/ 1 h 554"/>
                  <a:gd name="T16" fmla="*/ 1 w 599"/>
                  <a:gd name="T17" fmla="*/ 1 h 554"/>
                  <a:gd name="T18" fmla="*/ 1 w 599"/>
                  <a:gd name="T19" fmla="*/ 1 h 554"/>
                  <a:gd name="T20" fmla="*/ 1 w 599"/>
                  <a:gd name="T21" fmla="*/ 1 h 554"/>
                  <a:gd name="T22" fmla="*/ 1 w 599"/>
                  <a:gd name="T23" fmla="*/ 1 h 554"/>
                  <a:gd name="T24" fmla="*/ 1 w 599"/>
                  <a:gd name="T25" fmla="*/ 1 h 554"/>
                  <a:gd name="T26" fmla="*/ 1 w 599"/>
                  <a:gd name="T27" fmla="*/ 1 h 554"/>
                  <a:gd name="T28" fmla="*/ 0 w 599"/>
                  <a:gd name="T29" fmla="*/ 1 h 554"/>
                  <a:gd name="T30" fmla="*/ 1 w 599"/>
                  <a:gd name="T31" fmla="*/ 1 h 554"/>
                  <a:gd name="T32" fmla="*/ 1 w 599"/>
                  <a:gd name="T33" fmla="*/ 1 h 554"/>
                  <a:gd name="T34" fmla="*/ 1 w 599"/>
                  <a:gd name="T35" fmla="*/ 1 h 554"/>
                  <a:gd name="T36" fmla="*/ 1 w 599"/>
                  <a:gd name="T37" fmla="*/ 1 h 554"/>
                  <a:gd name="T38" fmla="*/ 1 w 599"/>
                  <a:gd name="T39" fmla="*/ 1 h 554"/>
                  <a:gd name="T40" fmla="*/ 1 w 599"/>
                  <a:gd name="T41" fmla="*/ 1 h 554"/>
                  <a:gd name="T42" fmla="*/ 1 w 599"/>
                  <a:gd name="T43" fmla="*/ 1 h 554"/>
                  <a:gd name="T44" fmla="*/ 1 w 599"/>
                  <a:gd name="T45" fmla="*/ 1 h 554"/>
                  <a:gd name="T46" fmla="*/ 1 w 599"/>
                  <a:gd name="T47" fmla="*/ 1 h 554"/>
                  <a:gd name="T48" fmla="*/ 1 w 599"/>
                  <a:gd name="T49" fmla="*/ 1 h 554"/>
                  <a:gd name="T50" fmla="*/ 1 w 599"/>
                  <a:gd name="T51" fmla="*/ 1 h 554"/>
                  <a:gd name="T52" fmla="*/ 1 w 599"/>
                  <a:gd name="T53" fmla="*/ 1 h 554"/>
                  <a:gd name="T54" fmla="*/ 1 w 599"/>
                  <a:gd name="T55" fmla="*/ 1 h 554"/>
                  <a:gd name="T56" fmla="*/ 1 w 599"/>
                  <a:gd name="T57" fmla="*/ 1 h 554"/>
                  <a:gd name="T58" fmla="*/ 1 w 599"/>
                  <a:gd name="T59" fmla="*/ 1 h 554"/>
                  <a:gd name="T60" fmla="*/ 1 w 599"/>
                  <a:gd name="T61" fmla="*/ 1 h 554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599"/>
                  <a:gd name="T94" fmla="*/ 0 h 554"/>
                  <a:gd name="T95" fmla="*/ 599 w 599"/>
                  <a:gd name="T96" fmla="*/ 554 h 554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599" h="554">
                    <a:moveTo>
                      <a:pt x="339" y="38"/>
                    </a:moveTo>
                    <a:lnTo>
                      <a:pt x="377" y="53"/>
                    </a:lnTo>
                    <a:lnTo>
                      <a:pt x="405" y="37"/>
                    </a:lnTo>
                    <a:lnTo>
                      <a:pt x="408" y="0"/>
                    </a:lnTo>
                    <a:lnTo>
                      <a:pt x="554" y="42"/>
                    </a:lnTo>
                    <a:lnTo>
                      <a:pt x="544" y="67"/>
                    </a:lnTo>
                    <a:lnTo>
                      <a:pt x="549" y="94"/>
                    </a:lnTo>
                    <a:lnTo>
                      <a:pt x="599" y="112"/>
                    </a:lnTo>
                    <a:lnTo>
                      <a:pt x="475" y="232"/>
                    </a:lnTo>
                    <a:lnTo>
                      <a:pt x="311" y="507"/>
                    </a:lnTo>
                    <a:lnTo>
                      <a:pt x="254" y="493"/>
                    </a:lnTo>
                    <a:lnTo>
                      <a:pt x="219" y="521"/>
                    </a:lnTo>
                    <a:lnTo>
                      <a:pt x="215" y="554"/>
                    </a:lnTo>
                    <a:lnTo>
                      <a:pt x="150" y="503"/>
                    </a:lnTo>
                    <a:lnTo>
                      <a:pt x="0" y="460"/>
                    </a:lnTo>
                    <a:lnTo>
                      <a:pt x="53" y="447"/>
                    </a:lnTo>
                    <a:lnTo>
                      <a:pt x="139" y="460"/>
                    </a:lnTo>
                    <a:lnTo>
                      <a:pt x="200" y="497"/>
                    </a:lnTo>
                    <a:lnTo>
                      <a:pt x="219" y="464"/>
                    </a:lnTo>
                    <a:lnTo>
                      <a:pt x="250" y="450"/>
                    </a:lnTo>
                    <a:lnTo>
                      <a:pt x="297" y="457"/>
                    </a:lnTo>
                    <a:lnTo>
                      <a:pt x="358" y="361"/>
                    </a:lnTo>
                    <a:lnTo>
                      <a:pt x="462" y="199"/>
                    </a:lnTo>
                    <a:lnTo>
                      <a:pt x="539" y="124"/>
                    </a:lnTo>
                    <a:lnTo>
                      <a:pt x="508" y="106"/>
                    </a:lnTo>
                    <a:lnTo>
                      <a:pt x="515" y="60"/>
                    </a:lnTo>
                    <a:lnTo>
                      <a:pt x="436" y="32"/>
                    </a:lnTo>
                    <a:lnTo>
                      <a:pt x="412" y="79"/>
                    </a:lnTo>
                    <a:lnTo>
                      <a:pt x="371" y="91"/>
                    </a:lnTo>
                    <a:lnTo>
                      <a:pt x="339" y="3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" name="Freeform 182"/>
              <p:cNvSpPr>
                <a:spLocks/>
              </p:cNvSpPr>
              <p:nvPr/>
            </p:nvSpPr>
            <p:spPr bwMode="auto">
              <a:xfrm>
                <a:off x="4136" y="2667"/>
                <a:ext cx="63" cy="39"/>
              </a:xfrm>
              <a:custGeom>
                <a:avLst/>
                <a:gdLst>
                  <a:gd name="T0" fmla="*/ 0 w 127"/>
                  <a:gd name="T1" fmla="*/ 0 h 79"/>
                  <a:gd name="T2" fmla="*/ 0 w 127"/>
                  <a:gd name="T3" fmla="*/ 0 h 79"/>
                  <a:gd name="T4" fmla="*/ 0 w 127"/>
                  <a:gd name="T5" fmla="*/ 0 h 79"/>
                  <a:gd name="T6" fmla="*/ 0 w 127"/>
                  <a:gd name="T7" fmla="*/ 0 h 79"/>
                  <a:gd name="T8" fmla="*/ 0 w 127"/>
                  <a:gd name="T9" fmla="*/ 0 h 79"/>
                  <a:gd name="T10" fmla="*/ 0 w 127"/>
                  <a:gd name="T11" fmla="*/ 0 h 79"/>
                  <a:gd name="T12" fmla="*/ 0 w 127"/>
                  <a:gd name="T13" fmla="*/ 0 h 79"/>
                  <a:gd name="T14" fmla="*/ 0 w 127"/>
                  <a:gd name="T15" fmla="*/ 0 h 79"/>
                  <a:gd name="T16" fmla="*/ 0 w 127"/>
                  <a:gd name="T17" fmla="*/ 0 h 79"/>
                  <a:gd name="T18" fmla="*/ 0 w 127"/>
                  <a:gd name="T19" fmla="*/ 0 h 79"/>
                  <a:gd name="T20" fmla="*/ 0 w 127"/>
                  <a:gd name="T21" fmla="*/ 0 h 7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27"/>
                  <a:gd name="T34" fmla="*/ 0 h 79"/>
                  <a:gd name="T35" fmla="*/ 127 w 127"/>
                  <a:gd name="T36" fmla="*/ 79 h 79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27" h="79">
                    <a:moveTo>
                      <a:pt x="13" y="0"/>
                    </a:moveTo>
                    <a:lnTo>
                      <a:pt x="21" y="29"/>
                    </a:lnTo>
                    <a:lnTo>
                      <a:pt x="61" y="52"/>
                    </a:lnTo>
                    <a:lnTo>
                      <a:pt x="90" y="56"/>
                    </a:lnTo>
                    <a:lnTo>
                      <a:pt x="127" y="42"/>
                    </a:lnTo>
                    <a:lnTo>
                      <a:pt x="98" y="79"/>
                    </a:lnTo>
                    <a:lnTo>
                      <a:pt x="40" y="79"/>
                    </a:lnTo>
                    <a:lnTo>
                      <a:pt x="8" y="55"/>
                    </a:lnTo>
                    <a:lnTo>
                      <a:pt x="0" y="24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" name="Freeform 183"/>
              <p:cNvSpPr>
                <a:spLocks/>
              </p:cNvSpPr>
              <p:nvPr/>
            </p:nvSpPr>
            <p:spPr bwMode="auto">
              <a:xfrm>
                <a:off x="4160" y="2623"/>
                <a:ext cx="69" cy="35"/>
              </a:xfrm>
              <a:custGeom>
                <a:avLst/>
                <a:gdLst>
                  <a:gd name="T0" fmla="*/ 0 w 138"/>
                  <a:gd name="T1" fmla="*/ 0 h 71"/>
                  <a:gd name="T2" fmla="*/ 1 w 138"/>
                  <a:gd name="T3" fmla="*/ 0 h 71"/>
                  <a:gd name="T4" fmla="*/ 1 w 138"/>
                  <a:gd name="T5" fmla="*/ 0 h 71"/>
                  <a:gd name="T6" fmla="*/ 1 w 138"/>
                  <a:gd name="T7" fmla="*/ 0 h 71"/>
                  <a:gd name="T8" fmla="*/ 1 w 138"/>
                  <a:gd name="T9" fmla="*/ 0 h 71"/>
                  <a:gd name="T10" fmla="*/ 1 w 138"/>
                  <a:gd name="T11" fmla="*/ 0 h 71"/>
                  <a:gd name="T12" fmla="*/ 1 w 138"/>
                  <a:gd name="T13" fmla="*/ 0 h 71"/>
                  <a:gd name="T14" fmla="*/ 1 w 138"/>
                  <a:gd name="T15" fmla="*/ 0 h 71"/>
                  <a:gd name="T16" fmla="*/ 1 w 138"/>
                  <a:gd name="T17" fmla="*/ 0 h 71"/>
                  <a:gd name="T18" fmla="*/ 1 w 138"/>
                  <a:gd name="T19" fmla="*/ 0 h 71"/>
                  <a:gd name="T20" fmla="*/ 1 w 138"/>
                  <a:gd name="T21" fmla="*/ 0 h 71"/>
                  <a:gd name="T22" fmla="*/ 0 w 138"/>
                  <a:gd name="T23" fmla="*/ 0 h 71"/>
                  <a:gd name="T24" fmla="*/ 0 w 138"/>
                  <a:gd name="T25" fmla="*/ 0 h 7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38"/>
                  <a:gd name="T40" fmla="*/ 0 h 71"/>
                  <a:gd name="T41" fmla="*/ 138 w 138"/>
                  <a:gd name="T42" fmla="*/ 71 h 71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38" h="71">
                    <a:moveTo>
                      <a:pt x="0" y="38"/>
                    </a:moveTo>
                    <a:lnTo>
                      <a:pt x="29" y="24"/>
                    </a:lnTo>
                    <a:lnTo>
                      <a:pt x="65" y="24"/>
                    </a:lnTo>
                    <a:lnTo>
                      <a:pt x="90" y="31"/>
                    </a:lnTo>
                    <a:lnTo>
                      <a:pt x="110" y="44"/>
                    </a:lnTo>
                    <a:lnTo>
                      <a:pt x="117" y="71"/>
                    </a:lnTo>
                    <a:lnTo>
                      <a:pt x="138" y="48"/>
                    </a:lnTo>
                    <a:lnTo>
                      <a:pt x="120" y="28"/>
                    </a:lnTo>
                    <a:lnTo>
                      <a:pt x="78" y="0"/>
                    </a:lnTo>
                    <a:lnTo>
                      <a:pt x="37" y="0"/>
                    </a:lnTo>
                    <a:lnTo>
                      <a:pt x="19" y="6"/>
                    </a:lnTo>
                    <a:lnTo>
                      <a:pt x="0" y="3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9" name="Picture 184" descr="C:\Program Files\Common Files\Microsoft Shared\Clipart\cagcat50\bs00508_.wmf"/>
            <p:cNvSpPr>
              <a:spLocks noChangeAspect="1" noChangeArrowheads="1"/>
            </p:cNvSpPr>
            <p:nvPr/>
          </p:nvSpPr>
          <p:spPr bwMode="auto">
            <a:xfrm>
              <a:off x="5638800" y="3276600"/>
              <a:ext cx="327025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grpSp>
          <p:nvGrpSpPr>
            <p:cNvPr id="70" name="Group 185"/>
            <p:cNvGrpSpPr>
              <a:grpSpLocks/>
            </p:cNvGrpSpPr>
            <p:nvPr/>
          </p:nvGrpSpPr>
          <p:grpSpPr bwMode="auto">
            <a:xfrm>
              <a:off x="5257800" y="2667000"/>
              <a:ext cx="628650" cy="1987550"/>
              <a:chOff x="945" y="2006"/>
              <a:chExt cx="613" cy="1973"/>
            </a:xfrm>
          </p:grpSpPr>
          <p:sp>
            <p:nvSpPr>
              <p:cNvPr id="84" name="Freeform 186"/>
              <p:cNvSpPr>
                <a:spLocks/>
              </p:cNvSpPr>
              <p:nvPr/>
            </p:nvSpPr>
            <p:spPr bwMode="auto">
              <a:xfrm>
                <a:off x="1278" y="2735"/>
                <a:ext cx="170" cy="122"/>
              </a:xfrm>
              <a:custGeom>
                <a:avLst/>
                <a:gdLst>
                  <a:gd name="T0" fmla="*/ 1 w 340"/>
                  <a:gd name="T1" fmla="*/ 0 h 245"/>
                  <a:gd name="T2" fmla="*/ 1 w 340"/>
                  <a:gd name="T3" fmla="*/ 0 h 245"/>
                  <a:gd name="T4" fmla="*/ 1 w 340"/>
                  <a:gd name="T5" fmla="*/ 0 h 245"/>
                  <a:gd name="T6" fmla="*/ 1 w 340"/>
                  <a:gd name="T7" fmla="*/ 0 h 245"/>
                  <a:gd name="T8" fmla="*/ 1 w 340"/>
                  <a:gd name="T9" fmla="*/ 0 h 245"/>
                  <a:gd name="T10" fmla="*/ 0 w 340"/>
                  <a:gd name="T11" fmla="*/ 0 h 245"/>
                  <a:gd name="T12" fmla="*/ 1 w 340"/>
                  <a:gd name="T13" fmla="*/ 0 h 245"/>
                  <a:gd name="T14" fmla="*/ 1 w 340"/>
                  <a:gd name="T15" fmla="*/ 0 h 245"/>
                  <a:gd name="T16" fmla="*/ 1 w 340"/>
                  <a:gd name="T17" fmla="*/ 0 h 24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340"/>
                  <a:gd name="T28" fmla="*/ 0 h 245"/>
                  <a:gd name="T29" fmla="*/ 340 w 340"/>
                  <a:gd name="T30" fmla="*/ 245 h 245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340" h="245">
                    <a:moveTo>
                      <a:pt x="125" y="38"/>
                    </a:moveTo>
                    <a:lnTo>
                      <a:pt x="211" y="0"/>
                    </a:lnTo>
                    <a:lnTo>
                      <a:pt x="281" y="59"/>
                    </a:lnTo>
                    <a:lnTo>
                      <a:pt x="340" y="162"/>
                    </a:lnTo>
                    <a:lnTo>
                      <a:pt x="220" y="245"/>
                    </a:lnTo>
                    <a:lnTo>
                      <a:pt x="0" y="196"/>
                    </a:lnTo>
                    <a:lnTo>
                      <a:pt x="39" y="55"/>
                    </a:lnTo>
                    <a:lnTo>
                      <a:pt x="125" y="38"/>
                    </a:lnTo>
                    <a:close/>
                  </a:path>
                </a:pathLst>
              </a:custGeom>
              <a:solidFill>
                <a:srgbClr val="B34D1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" name="Freeform 187"/>
              <p:cNvSpPr>
                <a:spLocks/>
              </p:cNvSpPr>
              <p:nvPr/>
            </p:nvSpPr>
            <p:spPr bwMode="auto">
              <a:xfrm>
                <a:off x="1228" y="3487"/>
                <a:ext cx="206" cy="442"/>
              </a:xfrm>
              <a:custGeom>
                <a:avLst/>
                <a:gdLst>
                  <a:gd name="T0" fmla="*/ 1 w 412"/>
                  <a:gd name="T1" fmla="*/ 1 h 884"/>
                  <a:gd name="T2" fmla="*/ 1 w 412"/>
                  <a:gd name="T3" fmla="*/ 0 h 884"/>
                  <a:gd name="T4" fmla="*/ 0 w 412"/>
                  <a:gd name="T5" fmla="*/ 1 h 884"/>
                  <a:gd name="T6" fmla="*/ 1 w 412"/>
                  <a:gd name="T7" fmla="*/ 1 h 884"/>
                  <a:gd name="T8" fmla="*/ 1 w 412"/>
                  <a:gd name="T9" fmla="*/ 1 h 884"/>
                  <a:gd name="T10" fmla="*/ 1 w 412"/>
                  <a:gd name="T11" fmla="*/ 1 h 884"/>
                  <a:gd name="T12" fmla="*/ 1 w 412"/>
                  <a:gd name="T13" fmla="*/ 1 h 884"/>
                  <a:gd name="T14" fmla="*/ 1 w 412"/>
                  <a:gd name="T15" fmla="*/ 1 h 88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412"/>
                  <a:gd name="T25" fmla="*/ 0 h 884"/>
                  <a:gd name="T26" fmla="*/ 412 w 412"/>
                  <a:gd name="T27" fmla="*/ 884 h 88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412" h="884">
                    <a:moveTo>
                      <a:pt x="412" y="884"/>
                    </a:moveTo>
                    <a:lnTo>
                      <a:pt x="216" y="0"/>
                    </a:lnTo>
                    <a:lnTo>
                      <a:pt x="0" y="70"/>
                    </a:lnTo>
                    <a:lnTo>
                      <a:pt x="40" y="186"/>
                    </a:lnTo>
                    <a:lnTo>
                      <a:pt x="146" y="340"/>
                    </a:lnTo>
                    <a:lnTo>
                      <a:pt x="348" y="859"/>
                    </a:lnTo>
                    <a:lnTo>
                      <a:pt x="412" y="884"/>
                    </a:lnTo>
                    <a:close/>
                  </a:path>
                </a:pathLst>
              </a:custGeom>
              <a:solidFill>
                <a:srgbClr val="B34D1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" name="Freeform 188"/>
              <p:cNvSpPr>
                <a:spLocks/>
              </p:cNvSpPr>
              <p:nvPr/>
            </p:nvSpPr>
            <p:spPr bwMode="auto">
              <a:xfrm>
                <a:off x="1209" y="3508"/>
                <a:ext cx="216" cy="419"/>
              </a:xfrm>
              <a:custGeom>
                <a:avLst/>
                <a:gdLst>
                  <a:gd name="T0" fmla="*/ 0 w 431"/>
                  <a:gd name="T1" fmla="*/ 1 h 836"/>
                  <a:gd name="T2" fmla="*/ 0 w 431"/>
                  <a:gd name="T3" fmla="*/ 1 h 836"/>
                  <a:gd name="T4" fmla="*/ 1 w 431"/>
                  <a:gd name="T5" fmla="*/ 1 h 836"/>
                  <a:gd name="T6" fmla="*/ 1 w 431"/>
                  <a:gd name="T7" fmla="*/ 1 h 836"/>
                  <a:gd name="T8" fmla="*/ 1 w 431"/>
                  <a:gd name="T9" fmla="*/ 1 h 836"/>
                  <a:gd name="T10" fmla="*/ 1 w 431"/>
                  <a:gd name="T11" fmla="*/ 1 h 836"/>
                  <a:gd name="T12" fmla="*/ 1 w 431"/>
                  <a:gd name="T13" fmla="*/ 1 h 836"/>
                  <a:gd name="T14" fmla="*/ 1 w 431"/>
                  <a:gd name="T15" fmla="*/ 1 h 836"/>
                  <a:gd name="T16" fmla="*/ 1 w 431"/>
                  <a:gd name="T17" fmla="*/ 1 h 836"/>
                  <a:gd name="T18" fmla="*/ 1 w 431"/>
                  <a:gd name="T19" fmla="*/ 1 h 836"/>
                  <a:gd name="T20" fmla="*/ 1 w 431"/>
                  <a:gd name="T21" fmla="*/ 1 h 836"/>
                  <a:gd name="T22" fmla="*/ 1 w 431"/>
                  <a:gd name="T23" fmla="*/ 1 h 836"/>
                  <a:gd name="T24" fmla="*/ 1 w 431"/>
                  <a:gd name="T25" fmla="*/ 1 h 836"/>
                  <a:gd name="T26" fmla="*/ 1 w 431"/>
                  <a:gd name="T27" fmla="*/ 1 h 836"/>
                  <a:gd name="T28" fmla="*/ 1 w 431"/>
                  <a:gd name="T29" fmla="*/ 1 h 836"/>
                  <a:gd name="T30" fmla="*/ 1 w 431"/>
                  <a:gd name="T31" fmla="*/ 1 h 836"/>
                  <a:gd name="T32" fmla="*/ 1 w 431"/>
                  <a:gd name="T33" fmla="*/ 1 h 836"/>
                  <a:gd name="T34" fmla="*/ 1 w 431"/>
                  <a:gd name="T35" fmla="*/ 1 h 836"/>
                  <a:gd name="T36" fmla="*/ 1 w 431"/>
                  <a:gd name="T37" fmla="*/ 1 h 836"/>
                  <a:gd name="T38" fmla="*/ 1 w 431"/>
                  <a:gd name="T39" fmla="*/ 1 h 836"/>
                  <a:gd name="T40" fmla="*/ 1 w 431"/>
                  <a:gd name="T41" fmla="*/ 1 h 836"/>
                  <a:gd name="T42" fmla="*/ 1 w 431"/>
                  <a:gd name="T43" fmla="*/ 1 h 836"/>
                  <a:gd name="T44" fmla="*/ 1 w 431"/>
                  <a:gd name="T45" fmla="*/ 1 h 836"/>
                  <a:gd name="T46" fmla="*/ 1 w 431"/>
                  <a:gd name="T47" fmla="*/ 1 h 836"/>
                  <a:gd name="T48" fmla="*/ 1 w 431"/>
                  <a:gd name="T49" fmla="*/ 1 h 836"/>
                  <a:gd name="T50" fmla="*/ 1 w 431"/>
                  <a:gd name="T51" fmla="*/ 1 h 836"/>
                  <a:gd name="T52" fmla="*/ 1 w 431"/>
                  <a:gd name="T53" fmla="*/ 1 h 836"/>
                  <a:gd name="T54" fmla="*/ 1 w 431"/>
                  <a:gd name="T55" fmla="*/ 1 h 836"/>
                  <a:gd name="T56" fmla="*/ 1 w 431"/>
                  <a:gd name="T57" fmla="*/ 1 h 836"/>
                  <a:gd name="T58" fmla="*/ 1 w 431"/>
                  <a:gd name="T59" fmla="*/ 1 h 836"/>
                  <a:gd name="T60" fmla="*/ 1 w 431"/>
                  <a:gd name="T61" fmla="*/ 1 h 836"/>
                  <a:gd name="T62" fmla="*/ 1 w 431"/>
                  <a:gd name="T63" fmla="*/ 1 h 836"/>
                  <a:gd name="T64" fmla="*/ 1 w 431"/>
                  <a:gd name="T65" fmla="*/ 1 h 836"/>
                  <a:gd name="T66" fmla="*/ 1 w 431"/>
                  <a:gd name="T67" fmla="*/ 1 h 836"/>
                  <a:gd name="T68" fmla="*/ 1 w 431"/>
                  <a:gd name="T69" fmla="*/ 1 h 836"/>
                  <a:gd name="T70" fmla="*/ 1 w 431"/>
                  <a:gd name="T71" fmla="*/ 1 h 836"/>
                  <a:gd name="T72" fmla="*/ 1 w 431"/>
                  <a:gd name="T73" fmla="*/ 0 h 836"/>
                  <a:gd name="T74" fmla="*/ 0 w 431"/>
                  <a:gd name="T75" fmla="*/ 1 h 836"/>
                  <a:gd name="T76" fmla="*/ 0 w 431"/>
                  <a:gd name="T77" fmla="*/ 1 h 8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431"/>
                  <a:gd name="T118" fmla="*/ 0 h 836"/>
                  <a:gd name="T119" fmla="*/ 431 w 431"/>
                  <a:gd name="T120" fmla="*/ 836 h 836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431" h="836">
                    <a:moveTo>
                      <a:pt x="0" y="42"/>
                    </a:moveTo>
                    <a:lnTo>
                      <a:pt x="0" y="42"/>
                    </a:lnTo>
                    <a:lnTo>
                      <a:pt x="2" y="47"/>
                    </a:lnTo>
                    <a:lnTo>
                      <a:pt x="2" y="53"/>
                    </a:lnTo>
                    <a:lnTo>
                      <a:pt x="7" y="64"/>
                    </a:lnTo>
                    <a:lnTo>
                      <a:pt x="9" y="76"/>
                    </a:lnTo>
                    <a:lnTo>
                      <a:pt x="15" y="91"/>
                    </a:lnTo>
                    <a:lnTo>
                      <a:pt x="21" y="104"/>
                    </a:lnTo>
                    <a:lnTo>
                      <a:pt x="30" y="123"/>
                    </a:lnTo>
                    <a:lnTo>
                      <a:pt x="38" y="141"/>
                    </a:lnTo>
                    <a:lnTo>
                      <a:pt x="47" y="161"/>
                    </a:lnTo>
                    <a:lnTo>
                      <a:pt x="59" y="180"/>
                    </a:lnTo>
                    <a:lnTo>
                      <a:pt x="74" y="201"/>
                    </a:lnTo>
                    <a:lnTo>
                      <a:pt x="87" y="220"/>
                    </a:lnTo>
                    <a:lnTo>
                      <a:pt x="102" y="241"/>
                    </a:lnTo>
                    <a:lnTo>
                      <a:pt x="121" y="260"/>
                    </a:lnTo>
                    <a:lnTo>
                      <a:pt x="140" y="281"/>
                    </a:lnTo>
                    <a:lnTo>
                      <a:pt x="336" y="747"/>
                    </a:lnTo>
                    <a:lnTo>
                      <a:pt x="348" y="806"/>
                    </a:lnTo>
                    <a:lnTo>
                      <a:pt x="431" y="836"/>
                    </a:lnTo>
                    <a:lnTo>
                      <a:pt x="220" y="264"/>
                    </a:lnTo>
                    <a:lnTo>
                      <a:pt x="218" y="262"/>
                    </a:lnTo>
                    <a:lnTo>
                      <a:pt x="213" y="256"/>
                    </a:lnTo>
                    <a:lnTo>
                      <a:pt x="207" y="249"/>
                    </a:lnTo>
                    <a:lnTo>
                      <a:pt x="197" y="239"/>
                    </a:lnTo>
                    <a:lnTo>
                      <a:pt x="188" y="224"/>
                    </a:lnTo>
                    <a:lnTo>
                      <a:pt x="177" y="209"/>
                    </a:lnTo>
                    <a:lnTo>
                      <a:pt x="165" y="192"/>
                    </a:lnTo>
                    <a:lnTo>
                      <a:pt x="154" y="173"/>
                    </a:lnTo>
                    <a:lnTo>
                      <a:pt x="140" y="154"/>
                    </a:lnTo>
                    <a:lnTo>
                      <a:pt x="127" y="131"/>
                    </a:lnTo>
                    <a:lnTo>
                      <a:pt x="116" y="110"/>
                    </a:lnTo>
                    <a:lnTo>
                      <a:pt x="106" y="87"/>
                    </a:lnTo>
                    <a:lnTo>
                      <a:pt x="95" y="64"/>
                    </a:lnTo>
                    <a:lnTo>
                      <a:pt x="89" y="42"/>
                    </a:lnTo>
                    <a:lnTo>
                      <a:pt x="85" y="21"/>
                    </a:lnTo>
                    <a:lnTo>
                      <a:pt x="83" y="0"/>
                    </a:lnTo>
                    <a:lnTo>
                      <a:pt x="0" y="42"/>
                    </a:lnTo>
                    <a:close/>
                  </a:path>
                </a:pathLst>
              </a:custGeom>
              <a:solidFill>
                <a:srgbClr val="8F29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" name="Freeform 189"/>
              <p:cNvSpPr>
                <a:spLocks/>
              </p:cNvSpPr>
              <p:nvPr/>
            </p:nvSpPr>
            <p:spPr bwMode="auto">
              <a:xfrm>
                <a:off x="970" y="3527"/>
                <a:ext cx="143" cy="377"/>
              </a:xfrm>
              <a:custGeom>
                <a:avLst/>
                <a:gdLst>
                  <a:gd name="T0" fmla="*/ 1 w 285"/>
                  <a:gd name="T1" fmla="*/ 1 h 753"/>
                  <a:gd name="T2" fmla="*/ 1 w 285"/>
                  <a:gd name="T3" fmla="*/ 1 h 753"/>
                  <a:gd name="T4" fmla="*/ 1 w 285"/>
                  <a:gd name="T5" fmla="*/ 1 h 753"/>
                  <a:gd name="T6" fmla="*/ 1 w 285"/>
                  <a:gd name="T7" fmla="*/ 1 h 753"/>
                  <a:gd name="T8" fmla="*/ 1 w 285"/>
                  <a:gd name="T9" fmla="*/ 1 h 753"/>
                  <a:gd name="T10" fmla="*/ 1 w 285"/>
                  <a:gd name="T11" fmla="*/ 1 h 753"/>
                  <a:gd name="T12" fmla="*/ 1 w 285"/>
                  <a:gd name="T13" fmla="*/ 1 h 753"/>
                  <a:gd name="T14" fmla="*/ 1 w 285"/>
                  <a:gd name="T15" fmla="*/ 1 h 753"/>
                  <a:gd name="T16" fmla="*/ 1 w 285"/>
                  <a:gd name="T17" fmla="*/ 1 h 753"/>
                  <a:gd name="T18" fmla="*/ 1 w 285"/>
                  <a:gd name="T19" fmla="*/ 1 h 753"/>
                  <a:gd name="T20" fmla="*/ 1 w 285"/>
                  <a:gd name="T21" fmla="*/ 1 h 753"/>
                  <a:gd name="T22" fmla="*/ 1 w 285"/>
                  <a:gd name="T23" fmla="*/ 1 h 753"/>
                  <a:gd name="T24" fmla="*/ 1 w 285"/>
                  <a:gd name="T25" fmla="*/ 1 h 753"/>
                  <a:gd name="T26" fmla="*/ 1 w 285"/>
                  <a:gd name="T27" fmla="*/ 1 h 753"/>
                  <a:gd name="T28" fmla="*/ 1 w 285"/>
                  <a:gd name="T29" fmla="*/ 1 h 753"/>
                  <a:gd name="T30" fmla="*/ 1 w 285"/>
                  <a:gd name="T31" fmla="*/ 1 h 753"/>
                  <a:gd name="T32" fmla="*/ 1 w 285"/>
                  <a:gd name="T33" fmla="*/ 0 h 753"/>
                  <a:gd name="T34" fmla="*/ 1 w 285"/>
                  <a:gd name="T35" fmla="*/ 1 h 753"/>
                  <a:gd name="T36" fmla="*/ 1 w 285"/>
                  <a:gd name="T37" fmla="*/ 1 h 753"/>
                  <a:gd name="T38" fmla="*/ 0 w 285"/>
                  <a:gd name="T39" fmla="*/ 1 h 753"/>
                  <a:gd name="T40" fmla="*/ 1 w 285"/>
                  <a:gd name="T41" fmla="*/ 1 h 753"/>
                  <a:gd name="T42" fmla="*/ 1 w 285"/>
                  <a:gd name="T43" fmla="*/ 1 h 753"/>
                  <a:gd name="T44" fmla="*/ 1 w 285"/>
                  <a:gd name="T45" fmla="*/ 1 h 753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285"/>
                  <a:gd name="T70" fmla="*/ 0 h 753"/>
                  <a:gd name="T71" fmla="*/ 285 w 285"/>
                  <a:gd name="T72" fmla="*/ 753 h 753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285" h="753">
                    <a:moveTo>
                      <a:pt x="100" y="587"/>
                    </a:moveTo>
                    <a:lnTo>
                      <a:pt x="100" y="584"/>
                    </a:lnTo>
                    <a:lnTo>
                      <a:pt x="106" y="576"/>
                    </a:lnTo>
                    <a:lnTo>
                      <a:pt x="112" y="563"/>
                    </a:lnTo>
                    <a:lnTo>
                      <a:pt x="121" y="546"/>
                    </a:lnTo>
                    <a:lnTo>
                      <a:pt x="133" y="521"/>
                    </a:lnTo>
                    <a:lnTo>
                      <a:pt x="146" y="494"/>
                    </a:lnTo>
                    <a:lnTo>
                      <a:pt x="159" y="462"/>
                    </a:lnTo>
                    <a:lnTo>
                      <a:pt x="175" y="428"/>
                    </a:lnTo>
                    <a:lnTo>
                      <a:pt x="190" y="386"/>
                    </a:lnTo>
                    <a:lnTo>
                      <a:pt x="205" y="342"/>
                    </a:lnTo>
                    <a:lnTo>
                      <a:pt x="220" y="293"/>
                    </a:lnTo>
                    <a:lnTo>
                      <a:pt x="235" y="241"/>
                    </a:lnTo>
                    <a:lnTo>
                      <a:pt x="249" y="186"/>
                    </a:lnTo>
                    <a:lnTo>
                      <a:pt x="262" y="127"/>
                    </a:lnTo>
                    <a:lnTo>
                      <a:pt x="273" y="64"/>
                    </a:lnTo>
                    <a:lnTo>
                      <a:pt x="285" y="0"/>
                    </a:lnTo>
                    <a:lnTo>
                      <a:pt x="116" y="17"/>
                    </a:lnTo>
                    <a:lnTo>
                      <a:pt x="32" y="424"/>
                    </a:lnTo>
                    <a:lnTo>
                      <a:pt x="0" y="753"/>
                    </a:lnTo>
                    <a:lnTo>
                      <a:pt x="51" y="715"/>
                    </a:lnTo>
                    <a:lnTo>
                      <a:pt x="100" y="587"/>
                    </a:lnTo>
                    <a:close/>
                  </a:path>
                </a:pathLst>
              </a:custGeom>
              <a:solidFill>
                <a:srgbClr val="B34D1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" name="Freeform 190"/>
              <p:cNvSpPr>
                <a:spLocks/>
              </p:cNvSpPr>
              <p:nvPr/>
            </p:nvSpPr>
            <p:spPr bwMode="auto">
              <a:xfrm>
                <a:off x="958" y="3533"/>
                <a:ext cx="107" cy="352"/>
              </a:xfrm>
              <a:custGeom>
                <a:avLst/>
                <a:gdLst>
                  <a:gd name="T0" fmla="*/ 0 w 215"/>
                  <a:gd name="T1" fmla="*/ 1 h 704"/>
                  <a:gd name="T2" fmla="*/ 0 w 215"/>
                  <a:gd name="T3" fmla="*/ 1 h 704"/>
                  <a:gd name="T4" fmla="*/ 0 w 215"/>
                  <a:gd name="T5" fmla="*/ 1 h 704"/>
                  <a:gd name="T6" fmla="*/ 0 w 215"/>
                  <a:gd name="T7" fmla="*/ 1 h 704"/>
                  <a:gd name="T8" fmla="*/ 0 w 215"/>
                  <a:gd name="T9" fmla="*/ 1 h 704"/>
                  <a:gd name="T10" fmla="*/ 0 w 215"/>
                  <a:gd name="T11" fmla="*/ 1 h 704"/>
                  <a:gd name="T12" fmla="*/ 0 w 215"/>
                  <a:gd name="T13" fmla="*/ 1 h 704"/>
                  <a:gd name="T14" fmla="*/ 0 w 215"/>
                  <a:gd name="T15" fmla="*/ 1 h 704"/>
                  <a:gd name="T16" fmla="*/ 0 w 215"/>
                  <a:gd name="T17" fmla="*/ 1 h 704"/>
                  <a:gd name="T18" fmla="*/ 0 w 215"/>
                  <a:gd name="T19" fmla="*/ 1 h 704"/>
                  <a:gd name="T20" fmla="*/ 0 w 215"/>
                  <a:gd name="T21" fmla="*/ 1 h 704"/>
                  <a:gd name="T22" fmla="*/ 0 w 215"/>
                  <a:gd name="T23" fmla="*/ 1 h 704"/>
                  <a:gd name="T24" fmla="*/ 0 w 215"/>
                  <a:gd name="T25" fmla="*/ 1 h 704"/>
                  <a:gd name="T26" fmla="*/ 0 w 215"/>
                  <a:gd name="T27" fmla="*/ 1 h 704"/>
                  <a:gd name="T28" fmla="*/ 0 w 215"/>
                  <a:gd name="T29" fmla="*/ 1 h 704"/>
                  <a:gd name="T30" fmla="*/ 0 w 215"/>
                  <a:gd name="T31" fmla="*/ 1 h 704"/>
                  <a:gd name="T32" fmla="*/ 0 w 215"/>
                  <a:gd name="T33" fmla="*/ 0 h 704"/>
                  <a:gd name="T34" fmla="*/ 0 w 215"/>
                  <a:gd name="T35" fmla="*/ 1 h 704"/>
                  <a:gd name="T36" fmla="*/ 0 w 215"/>
                  <a:gd name="T37" fmla="*/ 1 h 704"/>
                  <a:gd name="T38" fmla="*/ 0 w 215"/>
                  <a:gd name="T39" fmla="*/ 1 h 704"/>
                  <a:gd name="T40" fmla="*/ 0 w 215"/>
                  <a:gd name="T41" fmla="*/ 1 h 704"/>
                  <a:gd name="T42" fmla="*/ 0 w 215"/>
                  <a:gd name="T43" fmla="*/ 1 h 704"/>
                  <a:gd name="T44" fmla="*/ 0 w 215"/>
                  <a:gd name="T45" fmla="*/ 1 h 704"/>
                  <a:gd name="T46" fmla="*/ 0 w 215"/>
                  <a:gd name="T47" fmla="*/ 1 h 704"/>
                  <a:gd name="T48" fmla="*/ 0 w 215"/>
                  <a:gd name="T49" fmla="*/ 1 h 704"/>
                  <a:gd name="T50" fmla="*/ 0 w 215"/>
                  <a:gd name="T51" fmla="*/ 1 h 704"/>
                  <a:gd name="T52" fmla="*/ 0 w 215"/>
                  <a:gd name="T53" fmla="*/ 1 h 704"/>
                  <a:gd name="T54" fmla="*/ 0 w 215"/>
                  <a:gd name="T55" fmla="*/ 1 h 704"/>
                  <a:gd name="T56" fmla="*/ 0 w 215"/>
                  <a:gd name="T57" fmla="*/ 1 h 704"/>
                  <a:gd name="T58" fmla="*/ 0 w 215"/>
                  <a:gd name="T59" fmla="*/ 1 h 704"/>
                  <a:gd name="T60" fmla="*/ 0 w 215"/>
                  <a:gd name="T61" fmla="*/ 1 h 704"/>
                  <a:gd name="T62" fmla="*/ 0 w 215"/>
                  <a:gd name="T63" fmla="*/ 1 h 704"/>
                  <a:gd name="T64" fmla="*/ 0 w 215"/>
                  <a:gd name="T65" fmla="*/ 1 h 704"/>
                  <a:gd name="T66" fmla="*/ 0 w 215"/>
                  <a:gd name="T67" fmla="*/ 1 h 704"/>
                  <a:gd name="T68" fmla="*/ 0 w 215"/>
                  <a:gd name="T69" fmla="*/ 1 h 704"/>
                  <a:gd name="T70" fmla="*/ 0 w 215"/>
                  <a:gd name="T71" fmla="*/ 1 h 704"/>
                  <a:gd name="T72" fmla="*/ 0 w 215"/>
                  <a:gd name="T73" fmla="*/ 1 h 704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215"/>
                  <a:gd name="T112" fmla="*/ 0 h 704"/>
                  <a:gd name="T113" fmla="*/ 215 w 215"/>
                  <a:gd name="T114" fmla="*/ 704 h 704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215" h="704">
                    <a:moveTo>
                      <a:pt x="23" y="552"/>
                    </a:moveTo>
                    <a:lnTo>
                      <a:pt x="23" y="546"/>
                    </a:lnTo>
                    <a:lnTo>
                      <a:pt x="23" y="533"/>
                    </a:lnTo>
                    <a:lnTo>
                      <a:pt x="23" y="510"/>
                    </a:lnTo>
                    <a:lnTo>
                      <a:pt x="27" y="479"/>
                    </a:lnTo>
                    <a:lnTo>
                      <a:pt x="28" y="443"/>
                    </a:lnTo>
                    <a:lnTo>
                      <a:pt x="34" y="403"/>
                    </a:lnTo>
                    <a:lnTo>
                      <a:pt x="36" y="358"/>
                    </a:lnTo>
                    <a:lnTo>
                      <a:pt x="44" y="312"/>
                    </a:lnTo>
                    <a:lnTo>
                      <a:pt x="47" y="265"/>
                    </a:lnTo>
                    <a:lnTo>
                      <a:pt x="53" y="217"/>
                    </a:lnTo>
                    <a:lnTo>
                      <a:pt x="61" y="171"/>
                    </a:lnTo>
                    <a:lnTo>
                      <a:pt x="68" y="128"/>
                    </a:lnTo>
                    <a:lnTo>
                      <a:pt x="78" y="86"/>
                    </a:lnTo>
                    <a:lnTo>
                      <a:pt x="87" y="52"/>
                    </a:lnTo>
                    <a:lnTo>
                      <a:pt x="97" y="21"/>
                    </a:lnTo>
                    <a:lnTo>
                      <a:pt x="108" y="0"/>
                    </a:lnTo>
                    <a:lnTo>
                      <a:pt x="215" y="8"/>
                    </a:lnTo>
                    <a:lnTo>
                      <a:pt x="213" y="14"/>
                    </a:lnTo>
                    <a:lnTo>
                      <a:pt x="207" y="29"/>
                    </a:lnTo>
                    <a:lnTo>
                      <a:pt x="200" y="53"/>
                    </a:lnTo>
                    <a:lnTo>
                      <a:pt x="190" y="86"/>
                    </a:lnTo>
                    <a:lnTo>
                      <a:pt x="177" y="124"/>
                    </a:lnTo>
                    <a:lnTo>
                      <a:pt x="165" y="169"/>
                    </a:lnTo>
                    <a:lnTo>
                      <a:pt x="150" y="219"/>
                    </a:lnTo>
                    <a:lnTo>
                      <a:pt x="137" y="274"/>
                    </a:lnTo>
                    <a:lnTo>
                      <a:pt x="122" y="329"/>
                    </a:lnTo>
                    <a:lnTo>
                      <a:pt x="106" y="388"/>
                    </a:lnTo>
                    <a:lnTo>
                      <a:pt x="91" y="445"/>
                    </a:lnTo>
                    <a:lnTo>
                      <a:pt x="78" y="502"/>
                    </a:lnTo>
                    <a:lnTo>
                      <a:pt x="65" y="557"/>
                    </a:lnTo>
                    <a:lnTo>
                      <a:pt x="53" y="611"/>
                    </a:lnTo>
                    <a:lnTo>
                      <a:pt x="46" y="658"/>
                    </a:lnTo>
                    <a:lnTo>
                      <a:pt x="40" y="704"/>
                    </a:lnTo>
                    <a:lnTo>
                      <a:pt x="0" y="639"/>
                    </a:lnTo>
                    <a:lnTo>
                      <a:pt x="23" y="552"/>
                    </a:lnTo>
                    <a:close/>
                  </a:path>
                </a:pathLst>
              </a:custGeom>
              <a:solidFill>
                <a:srgbClr val="8F29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" name="Freeform 191"/>
              <p:cNvSpPr>
                <a:spLocks/>
              </p:cNvSpPr>
              <p:nvPr/>
            </p:nvSpPr>
            <p:spPr bwMode="auto">
              <a:xfrm>
                <a:off x="1121" y="2366"/>
                <a:ext cx="189" cy="623"/>
              </a:xfrm>
              <a:custGeom>
                <a:avLst/>
                <a:gdLst>
                  <a:gd name="T0" fmla="*/ 1 w 376"/>
                  <a:gd name="T1" fmla="*/ 0 h 1248"/>
                  <a:gd name="T2" fmla="*/ 0 w 376"/>
                  <a:gd name="T3" fmla="*/ 0 h 1248"/>
                  <a:gd name="T4" fmla="*/ 1 w 376"/>
                  <a:gd name="T5" fmla="*/ 0 h 1248"/>
                  <a:gd name="T6" fmla="*/ 1 w 376"/>
                  <a:gd name="T7" fmla="*/ 0 h 1248"/>
                  <a:gd name="T8" fmla="*/ 1 w 376"/>
                  <a:gd name="T9" fmla="*/ 0 h 1248"/>
                  <a:gd name="T10" fmla="*/ 1 w 376"/>
                  <a:gd name="T11" fmla="*/ 0 h 1248"/>
                  <a:gd name="T12" fmla="*/ 1 w 376"/>
                  <a:gd name="T13" fmla="*/ 0 h 1248"/>
                  <a:gd name="T14" fmla="*/ 1 w 376"/>
                  <a:gd name="T15" fmla="*/ 0 h 1248"/>
                  <a:gd name="T16" fmla="*/ 1 w 376"/>
                  <a:gd name="T17" fmla="*/ 0 h 1248"/>
                  <a:gd name="T18" fmla="*/ 1 w 376"/>
                  <a:gd name="T19" fmla="*/ 0 h 1248"/>
                  <a:gd name="T20" fmla="*/ 1 w 376"/>
                  <a:gd name="T21" fmla="*/ 0 h 1248"/>
                  <a:gd name="T22" fmla="*/ 1 w 376"/>
                  <a:gd name="T23" fmla="*/ 0 h 124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76"/>
                  <a:gd name="T37" fmla="*/ 0 h 1248"/>
                  <a:gd name="T38" fmla="*/ 376 w 376"/>
                  <a:gd name="T39" fmla="*/ 1248 h 1248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76" h="1248">
                    <a:moveTo>
                      <a:pt x="55" y="0"/>
                    </a:moveTo>
                    <a:lnTo>
                      <a:pt x="0" y="38"/>
                    </a:lnTo>
                    <a:lnTo>
                      <a:pt x="17" y="337"/>
                    </a:lnTo>
                    <a:lnTo>
                      <a:pt x="213" y="835"/>
                    </a:lnTo>
                    <a:lnTo>
                      <a:pt x="230" y="1225"/>
                    </a:lnTo>
                    <a:lnTo>
                      <a:pt x="363" y="1248"/>
                    </a:lnTo>
                    <a:lnTo>
                      <a:pt x="376" y="615"/>
                    </a:lnTo>
                    <a:lnTo>
                      <a:pt x="344" y="206"/>
                    </a:lnTo>
                    <a:lnTo>
                      <a:pt x="274" y="114"/>
                    </a:lnTo>
                    <a:lnTo>
                      <a:pt x="182" y="29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" name="Freeform 192"/>
              <p:cNvSpPr>
                <a:spLocks/>
              </p:cNvSpPr>
              <p:nvPr/>
            </p:nvSpPr>
            <p:spPr bwMode="auto">
              <a:xfrm>
                <a:off x="1197" y="2462"/>
                <a:ext cx="82" cy="293"/>
              </a:xfrm>
              <a:custGeom>
                <a:avLst/>
                <a:gdLst>
                  <a:gd name="T0" fmla="*/ 0 w 165"/>
                  <a:gd name="T1" fmla="*/ 0 h 588"/>
                  <a:gd name="T2" fmla="*/ 0 w 165"/>
                  <a:gd name="T3" fmla="*/ 0 h 588"/>
                  <a:gd name="T4" fmla="*/ 0 w 165"/>
                  <a:gd name="T5" fmla="*/ 0 h 588"/>
                  <a:gd name="T6" fmla="*/ 0 w 165"/>
                  <a:gd name="T7" fmla="*/ 0 h 588"/>
                  <a:gd name="T8" fmla="*/ 0 w 165"/>
                  <a:gd name="T9" fmla="*/ 0 h 588"/>
                  <a:gd name="T10" fmla="*/ 0 w 165"/>
                  <a:gd name="T11" fmla="*/ 0 h 588"/>
                  <a:gd name="T12" fmla="*/ 0 w 165"/>
                  <a:gd name="T13" fmla="*/ 0 h 588"/>
                  <a:gd name="T14" fmla="*/ 0 w 165"/>
                  <a:gd name="T15" fmla="*/ 0 h 588"/>
                  <a:gd name="T16" fmla="*/ 0 w 165"/>
                  <a:gd name="T17" fmla="*/ 0 h 588"/>
                  <a:gd name="T18" fmla="*/ 0 w 165"/>
                  <a:gd name="T19" fmla="*/ 0 h 588"/>
                  <a:gd name="T20" fmla="*/ 0 w 165"/>
                  <a:gd name="T21" fmla="*/ 0 h 588"/>
                  <a:gd name="T22" fmla="*/ 0 w 165"/>
                  <a:gd name="T23" fmla="*/ 0 h 588"/>
                  <a:gd name="T24" fmla="*/ 0 w 165"/>
                  <a:gd name="T25" fmla="*/ 0 h 588"/>
                  <a:gd name="T26" fmla="*/ 0 w 165"/>
                  <a:gd name="T27" fmla="*/ 0 h 588"/>
                  <a:gd name="T28" fmla="*/ 0 w 165"/>
                  <a:gd name="T29" fmla="*/ 0 h 588"/>
                  <a:gd name="T30" fmla="*/ 0 w 165"/>
                  <a:gd name="T31" fmla="*/ 0 h 588"/>
                  <a:gd name="T32" fmla="*/ 0 w 165"/>
                  <a:gd name="T33" fmla="*/ 0 h 588"/>
                  <a:gd name="T34" fmla="*/ 0 w 165"/>
                  <a:gd name="T35" fmla="*/ 0 h 588"/>
                  <a:gd name="T36" fmla="*/ 0 w 165"/>
                  <a:gd name="T37" fmla="*/ 0 h 588"/>
                  <a:gd name="T38" fmla="*/ 0 w 165"/>
                  <a:gd name="T39" fmla="*/ 0 h 588"/>
                  <a:gd name="T40" fmla="*/ 0 w 165"/>
                  <a:gd name="T41" fmla="*/ 0 h 588"/>
                  <a:gd name="T42" fmla="*/ 0 w 165"/>
                  <a:gd name="T43" fmla="*/ 0 h 588"/>
                  <a:gd name="T44" fmla="*/ 0 w 165"/>
                  <a:gd name="T45" fmla="*/ 0 h 588"/>
                  <a:gd name="T46" fmla="*/ 0 w 165"/>
                  <a:gd name="T47" fmla="*/ 0 h 588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165"/>
                  <a:gd name="T73" fmla="*/ 0 h 588"/>
                  <a:gd name="T74" fmla="*/ 165 w 165"/>
                  <a:gd name="T75" fmla="*/ 588 h 588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165" h="588">
                    <a:moveTo>
                      <a:pt x="0" y="65"/>
                    </a:moveTo>
                    <a:lnTo>
                      <a:pt x="70" y="0"/>
                    </a:lnTo>
                    <a:lnTo>
                      <a:pt x="156" y="67"/>
                    </a:lnTo>
                    <a:lnTo>
                      <a:pt x="165" y="575"/>
                    </a:lnTo>
                    <a:lnTo>
                      <a:pt x="124" y="588"/>
                    </a:lnTo>
                    <a:lnTo>
                      <a:pt x="124" y="582"/>
                    </a:lnTo>
                    <a:lnTo>
                      <a:pt x="124" y="569"/>
                    </a:lnTo>
                    <a:lnTo>
                      <a:pt x="124" y="548"/>
                    </a:lnTo>
                    <a:lnTo>
                      <a:pt x="124" y="521"/>
                    </a:lnTo>
                    <a:lnTo>
                      <a:pt x="124" y="489"/>
                    </a:lnTo>
                    <a:lnTo>
                      <a:pt x="124" y="453"/>
                    </a:lnTo>
                    <a:lnTo>
                      <a:pt x="124" y="411"/>
                    </a:lnTo>
                    <a:lnTo>
                      <a:pt x="126" y="371"/>
                    </a:lnTo>
                    <a:lnTo>
                      <a:pt x="124" y="326"/>
                    </a:lnTo>
                    <a:lnTo>
                      <a:pt x="124" y="282"/>
                    </a:lnTo>
                    <a:lnTo>
                      <a:pt x="122" y="238"/>
                    </a:lnTo>
                    <a:lnTo>
                      <a:pt x="120" y="198"/>
                    </a:lnTo>
                    <a:lnTo>
                      <a:pt x="118" y="158"/>
                    </a:lnTo>
                    <a:lnTo>
                      <a:pt x="114" y="124"/>
                    </a:lnTo>
                    <a:lnTo>
                      <a:pt x="110" y="94"/>
                    </a:lnTo>
                    <a:lnTo>
                      <a:pt x="107" y="69"/>
                    </a:lnTo>
                    <a:lnTo>
                      <a:pt x="70" y="38"/>
                    </a:lnTo>
                    <a:lnTo>
                      <a:pt x="0" y="65"/>
                    </a:lnTo>
                    <a:close/>
                  </a:path>
                </a:pathLst>
              </a:custGeom>
              <a:solidFill>
                <a:srgbClr val="CCA6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" name="Freeform 193"/>
              <p:cNvSpPr>
                <a:spLocks/>
              </p:cNvSpPr>
              <p:nvPr/>
            </p:nvSpPr>
            <p:spPr bwMode="auto">
              <a:xfrm>
                <a:off x="1317" y="3088"/>
                <a:ext cx="241" cy="368"/>
              </a:xfrm>
              <a:custGeom>
                <a:avLst/>
                <a:gdLst>
                  <a:gd name="T0" fmla="*/ 1 w 481"/>
                  <a:gd name="T1" fmla="*/ 1 h 736"/>
                  <a:gd name="T2" fmla="*/ 1 w 481"/>
                  <a:gd name="T3" fmla="*/ 0 h 736"/>
                  <a:gd name="T4" fmla="*/ 1 w 481"/>
                  <a:gd name="T5" fmla="*/ 1 h 736"/>
                  <a:gd name="T6" fmla="*/ 1 w 481"/>
                  <a:gd name="T7" fmla="*/ 1 h 736"/>
                  <a:gd name="T8" fmla="*/ 1 w 481"/>
                  <a:gd name="T9" fmla="*/ 1 h 736"/>
                  <a:gd name="T10" fmla="*/ 1 w 481"/>
                  <a:gd name="T11" fmla="*/ 1 h 736"/>
                  <a:gd name="T12" fmla="*/ 0 w 481"/>
                  <a:gd name="T13" fmla="*/ 1 h 736"/>
                  <a:gd name="T14" fmla="*/ 1 w 481"/>
                  <a:gd name="T15" fmla="*/ 1 h 736"/>
                  <a:gd name="T16" fmla="*/ 1 w 481"/>
                  <a:gd name="T17" fmla="*/ 1 h 736"/>
                  <a:gd name="T18" fmla="*/ 1 w 481"/>
                  <a:gd name="T19" fmla="*/ 1 h 736"/>
                  <a:gd name="T20" fmla="*/ 1 w 481"/>
                  <a:gd name="T21" fmla="*/ 1 h 736"/>
                  <a:gd name="T22" fmla="*/ 1 w 481"/>
                  <a:gd name="T23" fmla="*/ 1 h 7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481"/>
                  <a:gd name="T37" fmla="*/ 0 h 736"/>
                  <a:gd name="T38" fmla="*/ 481 w 481"/>
                  <a:gd name="T39" fmla="*/ 736 h 7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481" h="736">
                    <a:moveTo>
                      <a:pt x="90" y="25"/>
                    </a:moveTo>
                    <a:lnTo>
                      <a:pt x="196" y="0"/>
                    </a:lnTo>
                    <a:lnTo>
                      <a:pt x="240" y="103"/>
                    </a:lnTo>
                    <a:lnTo>
                      <a:pt x="316" y="75"/>
                    </a:lnTo>
                    <a:lnTo>
                      <a:pt x="481" y="567"/>
                    </a:lnTo>
                    <a:lnTo>
                      <a:pt x="134" y="736"/>
                    </a:lnTo>
                    <a:lnTo>
                      <a:pt x="0" y="251"/>
                    </a:lnTo>
                    <a:lnTo>
                      <a:pt x="192" y="177"/>
                    </a:lnTo>
                    <a:lnTo>
                      <a:pt x="172" y="109"/>
                    </a:lnTo>
                    <a:lnTo>
                      <a:pt x="71" y="124"/>
                    </a:lnTo>
                    <a:lnTo>
                      <a:pt x="90" y="2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" name="Freeform 194"/>
              <p:cNvSpPr>
                <a:spLocks/>
              </p:cNvSpPr>
              <p:nvPr/>
            </p:nvSpPr>
            <p:spPr bwMode="auto">
              <a:xfrm>
                <a:off x="1280" y="3078"/>
                <a:ext cx="107" cy="124"/>
              </a:xfrm>
              <a:custGeom>
                <a:avLst/>
                <a:gdLst>
                  <a:gd name="T0" fmla="*/ 1 w 213"/>
                  <a:gd name="T1" fmla="*/ 0 h 250"/>
                  <a:gd name="T2" fmla="*/ 1 w 213"/>
                  <a:gd name="T3" fmla="*/ 0 h 250"/>
                  <a:gd name="T4" fmla="*/ 1 w 213"/>
                  <a:gd name="T5" fmla="*/ 0 h 250"/>
                  <a:gd name="T6" fmla="*/ 0 w 213"/>
                  <a:gd name="T7" fmla="*/ 0 h 250"/>
                  <a:gd name="T8" fmla="*/ 1 w 213"/>
                  <a:gd name="T9" fmla="*/ 0 h 250"/>
                  <a:gd name="T10" fmla="*/ 1 w 213"/>
                  <a:gd name="T11" fmla="*/ 0 h 250"/>
                  <a:gd name="T12" fmla="*/ 1 w 213"/>
                  <a:gd name="T13" fmla="*/ 0 h 250"/>
                  <a:gd name="T14" fmla="*/ 1 w 213"/>
                  <a:gd name="T15" fmla="*/ 0 h 2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213"/>
                  <a:gd name="T25" fmla="*/ 0 h 250"/>
                  <a:gd name="T26" fmla="*/ 213 w 213"/>
                  <a:gd name="T27" fmla="*/ 250 h 25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3" h="250">
                    <a:moveTo>
                      <a:pt x="213" y="137"/>
                    </a:moveTo>
                    <a:lnTo>
                      <a:pt x="208" y="206"/>
                    </a:lnTo>
                    <a:lnTo>
                      <a:pt x="86" y="250"/>
                    </a:lnTo>
                    <a:lnTo>
                      <a:pt x="0" y="10"/>
                    </a:lnTo>
                    <a:lnTo>
                      <a:pt x="145" y="0"/>
                    </a:lnTo>
                    <a:lnTo>
                      <a:pt x="151" y="92"/>
                    </a:lnTo>
                    <a:lnTo>
                      <a:pt x="213" y="137"/>
                    </a:lnTo>
                    <a:close/>
                  </a:path>
                </a:pathLst>
              </a:custGeom>
              <a:solidFill>
                <a:srgbClr val="B34D1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" name="Freeform 195"/>
              <p:cNvSpPr>
                <a:spLocks/>
              </p:cNvSpPr>
              <p:nvPr/>
            </p:nvSpPr>
            <p:spPr bwMode="auto">
              <a:xfrm>
                <a:off x="1306" y="3064"/>
                <a:ext cx="81" cy="100"/>
              </a:xfrm>
              <a:custGeom>
                <a:avLst/>
                <a:gdLst>
                  <a:gd name="T0" fmla="*/ 1 w 161"/>
                  <a:gd name="T1" fmla="*/ 1 h 200"/>
                  <a:gd name="T2" fmla="*/ 1 w 161"/>
                  <a:gd name="T3" fmla="*/ 1 h 200"/>
                  <a:gd name="T4" fmla="*/ 1 w 161"/>
                  <a:gd name="T5" fmla="*/ 1 h 200"/>
                  <a:gd name="T6" fmla="*/ 0 w 161"/>
                  <a:gd name="T7" fmla="*/ 1 h 200"/>
                  <a:gd name="T8" fmla="*/ 1 w 161"/>
                  <a:gd name="T9" fmla="*/ 1 h 200"/>
                  <a:gd name="T10" fmla="*/ 1 w 161"/>
                  <a:gd name="T11" fmla="*/ 1 h 200"/>
                  <a:gd name="T12" fmla="*/ 1 w 161"/>
                  <a:gd name="T13" fmla="*/ 0 h 200"/>
                  <a:gd name="T14" fmla="*/ 1 w 161"/>
                  <a:gd name="T15" fmla="*/ 1 h 200"/>
                  <a:gd name="T16" fmla="*/ 1 w 161"/>
                  <a:gd name="T17" fmla="*/ 1 h 20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61"/>
                  <a:gd name="T28" fmla="*/ 0 h 200"/>
                  <a:gd name="T29" fmla="*/ 161 w 161"/>
                  <a:gd name="T30" fmla="*/ 200 h 200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61" h="200">
                    <a:moveTo>
                      <a:pt x="102" y="15"/>
                    </a:moveTo>
                    <a:lnTo>
                      <a:pt x="161" y="163"/>
                    </a:lnTo>
                    <a:lnTo>
                      <a:pt x="17" y="200"/>
                    </a:lnTo>
                    <a:lnTo>
                      <a:pt x="0" y="144"/>
                    </a:lnTo>
                    <a:lnTo>
                      <a:pt x="70" y="123"/>
                    </a:lnTo>
                    <a:lnTo>
                      <a:pt x="70" y="78"/>
                    </a:lnTo>
                    <a:lnTo>
                      <a:pt x="43" y="0"/>
                    </a:lnTo>
                    <a:lnTo>
                      <a:pt x="102" y="15"/>
                    </a:lnTo>
                    <a:close/>
                  </a:path>
                </a:pathLst>
              </a:custGeom>
              <a:solidFill>
                <a:srgbClr val="BF6633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" name="Freeform 196"/>
              <p:cNvSpPr>
                <a:spLocks/>
              </p:cNvSpPr>
              <p:nvPr/>
            </p:nvSpPr>
            <p:spPr bwMode="auto">
              <a:xfrm>
                <a:off x="1258" y="2901"/>
                <a:ext cx="88" cy="196"/>
              </a:xfrm>
              <a:custGeom>
                <a:avLst/>
                <a:gdLst>
                  <a:gd name="T0" fmla="*/ 1 w 175"/>
                  <a:gd name="T1" fmla="*/ 1 h 392"/>
                  <a:gd name="T2" fmla="*/ 1 w 175"/>
                  <a:gd name="T3" fmla="*/ 1 h 392"/>
                  <a:gd name="T4" fmla="*/ 1 w 175"/>
                  <a:gd name="T5" fmla="*/ 1 h 392"/>
                  <a:gd name="T6" fmla="*/ 0 w 175"/>
                  <a:gd name="T7" fmla="*/ 1 h 392"/>
                  <a:gd name="T8" fmla="*/ 1 w 175"/>
                  <a:gd name="T9" fmla="*/ 0 h 392"/>
                  <a:gd name="T10" fmla="*/ 1 w 175"/>
                  <a:gd name="T11" fmla="*/ 1 h 392"/>
                  <a:gd name="T12" fmla="*/ 1 w 175"/>
                  <a:gd name="T13" fmla="*/ 1 h 392"/>
                  <a:gd name="T14" fmla="*/ 1 w 175"/>
                  <a:gd name="T15" fmla="*/ 1 h 39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5"/>
                  <a:gd name="T25" fmla="*/ 0 h 392"/>
                  <a:gd name="T26" fmla="*/ 175 w 175"/>
                  <a:gd name="T27" fmla="*/ 392 h 39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5" h="392">
                    <a:moveTo>
                      <a:pt x="161" y="376"/>
                    </a:moveTo>
                    <a:lnTo>
                      <a:pt x="121" y="392"/>
                    </a:lnTo>
                    <a:lnTo>
                      <a:pt x="60" y="392"/>
                    </a:lnTo>
                    <a:lnTo>
                      <a:pt x="0" y="192"/>
                    </a:lnTo>
                    <a:lnTo>
                      <a:pt x="85" y="0"/>
                    </a:lnTo>
                    <a:lnTo>
                      <a:pt x="175" y="276"/>
                    </a:lnTo>
                    <a:lnTo>
                      <a:pt x="161" y="376"/>
                    </a:lnTo>
                    <a:close/>
                  </a:path>
                </a:pathLst>
              </a:custGeom>
              <a:solidFill>
                <a:srgbClr val="D9A6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" name="Freeform 197"/>
              <p:cNvSpPr>
                <a:spLocks/>
              </p:cNvSpPr>
              <p:nvPr/>
            </p:nvSpPr>
            <p:spPr bwMode="auto">
              <a:xfrm>
                <a:off x="1283" y="2834"/>
                <a:ext cx="87" cy="255"/>
              </a:xfrm>
              <a:custGeom>
                <a:avLst/>
                <a:gdLst>
                  <a:gd name="T0" fmla="*/ 0 w 175"/>
                  <a:gd name="T1" fmla="*/ 1 h 509"/>
                  <a:gd name="T2" fmla="*/ 0 w 175"/>
                  <a:gd name="T3" fmla="*/ 1 h 509"/>
                  <a:gd name="T4" fmla="*/ 0 w 175"/>
                  <a:gd name="T5" fmla="*/ 1 h 509"/>
                  <a:gd name="T6" fmla="*/ 0 w 175"/>
                  <a:gd name="T7" fmla="*/ 1 h 509"/>
                  <a:gd name="T8" fmla="*/ 0 w 175"/>
                  <a:gd name="T9" fmla="*/ 1 h 509"/>
                  <a:gd name="T10" fmla="*/ 0 w 175"/>
                  <a:gd name="T11" fmla="*/ 0 h 509"/>
                  <a:gd name="T12" fmla="*/ 0 w 175"/>
                  <a:gd name="T13" fmla="*/ 1 h 509"/>
                  <a:gd name="T14" fmla="*/ 0 w 175"/>
                  <a:gd name="T15" fmla="*/ 1 h 50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5"/>
                  <a:gd name="T25" fmla="*/ 0 h 509"/>
                  <a:gd name="T26" fmla="*/ 175 w 175"/>
                  <a:gd name="T27" fmla="*/ 509 h 509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5" h="509">
                    <a:moveTo>
                      <a:pt x="110" y="45"/>
                    </a:moveTo>
                    <a:lnTo>
                      <a:pt x="78" y="167"/>
                    </a:lnTo>
                    <a:lnTo>
                      <a:pt x="175" y="466"/>
                    </a:lnTo>
                    <a:lnTo>
                      <a:pt x="112" y="509"/>
                    </a:lnTo>
                    <a:lnTo>
                      <a:pt x="10" y="167"/>
                    </a:lnTo>
                    <a:lnTo>
                      <a:pt x="0" y="0"/>
                    </a:lnTo>
                    <a:lnTo>
                      <a:pt x="110" y="45"/>
                    </a:lnTo>
                    <a:close/>
                  </a:path>
                </a:pathLst>
              </a:custGeom>
              <a:solidFill>
                <a:srgbClr val="E3C24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" name="Freeform 198"/>
              <p:cNvSpPr>
                <a:spLocks/>
              </p:cNvSpPr>
              <p:nvPr/>
            </p:nvSpPr>
            <p:spPr bwMode="auto">
              <a:xfrm>
                <a:off x="1066" y="2986"/>
                <a:ext cx="346" cy="561"/>
              </a:xfrm>
              <a:custGeom>
                <a:avLst/>
                <a:gdLst>
                  <a:gd name="T0" fmla="*/ 1 w 692"/>
                  <a:gd name="T1" fmla="*/ 1 h 1122"/>
                  <a:gd name="T2" fmla="*/ 1 w 692"/>
                  <a:gd name="T3" fmla="*/ 1 h 1122"/>
                  <a:gd name="T4" fmla="*/ 1 w 692"/>
                  <a:gd name="T5" fmla="*/ 1 h 1122"/>
                  <a:gd name="T6" fmla="*/ 1 w 692"/>
                  <a:gd name="T7" fmla="*/ 1 h 1122"/>
                  <a:gd name="T8" fmla="*/ 1 w 692"/>
                  <a:gd name="T9" fmla="*/ 1 h 1122"/>
                  <a:gd name="T10" fmla="*/ 0 w 692"/>
                  <a:gd name="T11" fmla="*/ 1 h 1122"/>
                  <a:gd name="T12" fmla="*/ 1 w 692"/>
                  <a:gd name="T13" fmla="*/ 1 h 1122"/>
                  <a:gd name="T14" fmla="*/ 1 w 692"/>
                  <a:gd name="T15" fmla="*/ 0 h 1122"/>
                  <a:gd name="T16" fmla="*/ 1 w 692"/>
                  <a:gd name="T17" fmla="*/ 1 h 1122"/>
                  <a:gd name="T18" fmla="*/ 1 w 692"/>
                  <a:gd name="T19" fmla="*/ 1 h 112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692"/>
                  <a:gd name="T31" fmla="*/ 0 h 1122"/>
                  <a:gd name="T32" fmla="*/ 692 w 692"/>
                  <a:gd name="T33" fmla="*/ 1122 h 112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692" h="1122">
                    <a:moveTo>
                      <a:pt x="412" y="42"/>
                    </a:moveTo>
                    <a:lnTo>
                      <a:pt x="692" y="973"/>
                    </a:lnTo>
                    <a:lnTo>
                      <a:pt x="539" y="1044"/>
                    </a:lnTo>
                    <a:lnTo>
                      <a:pt x="239" y="1122"/>
                    </a:lnTo>
                    <a:lnTo>
                      <a:pt x="133" y="1122"/>
                    </a:lnTo>
                    <a:lnTo>
                      <a:pt x="0" y="1044"/>
                    </a:lnTo>
                    <a:lnTo>
                      <a:pt x="32" y="279"/>
                    </a:lnTo>
                    <a:lnTo>
                      <a:pt x="346" y="0"/>
                    </a:lnTo>
                    <a:lnTo>
                      <a:pt x="412" y="42"/>
                    </a:lnTo>
                    <a:close/>
                  </a:path>
                </a:pathLst>
              </a:custGeom>
              <a:solidFill>
                <a:srgbClr val="E3C24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" name="Freeform 199"/>
              <p:cNvSpPr>
                <a:spLocks/>
              </p:cNvSpPr>
              <p:nvPr/>
            </p:nvSpPr>
            <p:spPr bwMode="auto">
              <a:xfrm>
                <a:off x="962" y="3063"/>
                <a:ext cx="256" cy="489"/>
              </a:xfrm>
              <a:custGeom>
                <a:avLst/>
                <a:gdLst>
                  <a:gd name="T0" fmla="*/ 0 w 513"/>
                  <a:gd name="T1" fmla="*/ 1 h 977"/>
                  <a:gd name="T2" fmla="*/ 0 w 513"/>
                  <a:gd name="T3" fmla="*/ 1 h 977"/>
                  <a:gd name="T4" fmla="*/ 0 w 513"/>
                  <a:gd name="T5" fmla="*/ 1 h 977"/>
                  <a:gd name="T6" fmla="*/ 0 w 513"/>
                  <a:gd name="T7" fmla="*/ 1 h 977"/>
                  <a:gd name="T8" fmla="*/ 0 w 513"/>
                  <a:gd name="T9" fmla="*/ 1 h 977"/>
                  <a:gd name="T10" fmla="*/ 0 w 513"/>
                  <a:gd name="T11" fmla="*/ 1 h 977"/>
                  <a:gd name="T12" fmla="*/ 0 w 513"/>
                  <a:gd name="T13" fmla="*/ 1 h 977"/>
                  <a:gd name="T14" fmla="*/ 0 w 513"/>
                  <a:gd name="T15" fmla="*/ 1 h 977"/>
                  <a:gd name="T16" fmla="*/ 0 w 513"/>
                  <a:gd name="T17" fmla="*/ 1 h 977"/>
                  <a:gd name="T18" fmla="*/ 0 w 513"/>
                  <a:gd name="T19" fmla="*/ 0 h 977"/>
                  <a:gd name="T20" fmla="*/ 0 w 513"/>
                  <a:gd name="T21" fmla="*/ 1 h 977"/>
                  <a:gd name="T22" fmla="*/ 0 w 513"/>
                  <a:gd name="T23" fmla="*/ 1 h 97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513"/>
                  <a:gd name="T37" fmla="*/ 0 h 977"/>
                  <a:gd name="T38" fmla="*/ 513 w 513"/>
                  <a:gd name="T39" fmla="*/ 977 h 977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513" h="977">
                    <a:moveTo>
                      <a:pt x="513" y="38"/>
                    </a:moveTo>
                    <a:lnTo>
                      <a:pt x="342" y="108"/>
                    </a:lnTo>
                    <a:lnTo>
                      <a:pt x="336" y="690"/>
                    </a:lnTo>
                    <a:lnTo>
                      <a:pt x="393" y="741"/>
                    </a:lnTo>
                    <a:lnTo>
                      <a:pt x="342" y="804"/>
                    </a:lnTo>
                    <a:lnTo>
                      <a:pt x="342" y="968"/>
                    </a:lnTo>
                    <a:lnTo>
                      <a:pt x="169" y="977"/>
                    </a:lnTo>
                    <a:lnTo>
                      <a:pt x="0" y="945"/>
                    </a:lnTo>
                    <a:lnTo>
                      <a:pt x="95" y="6"/>
                    </a:lnTo>
                    <a:lnTo>
                      <a:pt x="461" y="0"/>
                    </a:lnTo>
                    <a:lnTo>
                      <a:pt x="513" y="38"/>
                    </a:lnTo>
                    <a:close/>
                  </a:path>
                </a:pathLst>
              </a:custGeom>
              <a:solidFill>
                <a:srgbClr val="D9A6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" name="Freeform 200"/>
              <p:cNvSpPr>
                <a:spLocks/>
              </p:cNvSpPr>
              <p:nvPr/>
            </p:nvSpPr>
            <p:spPr bwMode="auto">
              <a:xfrm>
                <a:off x="1266" y="2847"/>
                <a:ext cx="40" cy="128"/>
              </a:xfrm>
              <a:custGeom>
                <a:avLst/>
                <a:gdLst>
                  <a:gd name="T0" fmla="*/ 1 w 80"/>
                  <a:gd name="T1" fmla="*/ 0 h 257"/>
                  <a:gd name="T2" fmla="*/ 0 w 80"/>
                  <a:gd name="T3" fmla="*/ 0 h 257"/>
                  <a:gd name="T4" fmla="*/ 1 w 80"/>
                  <a:gd name="T5" fmla="*/ 0 h 257"/>
                  <a:gd name="T6" fmla="*/ 1 w 80"/>
                  <a:gd name="T7" fmla="*/ 0 h 257"/>
                  <a:gd name="T8" fmla="*/ 1 w 80"/>
                  <a:gd name="T9" fmla="*/ 0 h 257"/>
                  <a:gd name="T10" fmla="*/ 1 w 80"/>
                  <a:gd name="T11" fmla="*/ 0 h 257"/>
                  <a:gd name="T12" fmla="*/ 1 w 80"/>
                  <a:gd name="T13" fmla="*/ 0 h 25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0"/>
                  <a:gd name="T22" fmla="*/ 0 h 257"/>
                  <a:gd name="T23" fmla="*/ 80 w 80"/>
                  <a:gd name="T24" fmla="*/ 257 h 25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0" h="257">
                    <a:moveTo>
                      <a:pt x="25" y="46"/>
                    </a:moveTo>
                    <a:lnTo>
                      <a:pt x="0" y="257"/>
                    </a:lnTo>
                    <a:lnTo>
                      <a:pt x="28" y="257"/>
                    </a:lnTo>
                    <a:lnTo>
                      <a:pt x="80" y="52"/>
                    </a:lnTo>
                    <a:lnTo>
                      <a:pt x="32" y="0"/>
                    </a:lnTo>
                    <a:lnTo>
                      <a:pt x="25" y="46"/>
                    </a:lnTo>
                    <a:close/>
                  </a:path>
                </a:pathLst>
              </a:custGeom>
              <a:solidFill>
                <a:srgbClr val="D9A6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" name="Freeform 201"/>
              <p:cNvSpPr>
                <a:spLocks/>
              </p:cNvSpPr>
              <p:nvPr/>
            </p:nvSpPr>
            <p:spPr bwMode="auto">
              <a:xfrm>
                <a:off x="1239" y="2966"/>
                <a:ext cx="41" cy="41"/>
              </a:xfrm>
              <a:custGeom>
                <a:avLst/>
                <a:gdLst>
                  <a:gd name="T0" fmla="*/ 1 w 81"/>
                  <a:gd name="T1" fmla="*/ 0 h 84"/>
                  <a:gd name="T2" fmla="*/ 1 w 81"/>
                  <a:gd name="T3" fmla="*/ 0 h 84"/>
                  <a:gd name="T4" fmla="*/ 1 w 81"/>
                  <a:gd name="T5" fmla="*/ 0 h 84"/>
                  <a:gd name="T6" fmla="*/ 0 w 81"/>
                  <a:gd name="T7" fmla="*/ 0 h 84"/>
                  <a:gd name="T8" fmla="*/ 1 w 81"/>
                  <a:gd name="T9" fmla="*/ 0 h 84"/>
                  <a:gd name="T10" fmla="*/ 1 w 81"/>
                  <a:gd name="T11" fmla="*/ 0 h 8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81"/>
                  <a:gd name="T19" fmla="*/ 0 h 84"/>
                  <a:gd name="T20" fmla="*/ 81 w 81"/>
                  <a:gd name="T21" fmla="*/ 84 h 8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81" h="84">
                    <a:moveTo>
                      <a:pt x="9" y="0"/>
                    </a:moveTo>
                    <a:lnTo>
                      <a:pt x="81" y="10"/>
                    </a:lnTo>
                    <a:lnTo>
                      <a:pt x="66" y="84"/>
                    </a:lnTo>
                    <a:lnTo>
                      <a:pt x="0" y="8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" name="Freeform 202"/>
              <p:cNvSpPr>
                <a:spLocks/>
              </p:cNvSpPr>
              <p:nvPr/>
            </p:nvSpPr>
            <p:spPr bwMode="auto">
              <a:xfrm>
                <a:off x="1058" y="2850"/>
                <a:ext cx="200" cy="243"/>
              </a:xfrm>
              <a:custGeom>
                <a:avLst/>
                <a:gdLst>
                  <a:gd name="T0" fmla="*/ 0 w 401"/>
                  <a:gd name="T1" fmla="*/ 0 h 487"/>
                  <a:gd name="T2" fmla="*/ 0 w 401"/>
                  <a:gd name="T3" fmla="*/ 0 h 487"/>
                  <a:gd name="T4" fmla="*/ 0 w 401"/>
                  <a:gd name="T5" fmla="*/ 0 h 487"/>
                  <a:gd name="T6" fmla="*/ 0 w 401"/>
                  <a:gd name="T7" fmla="*/ 0 h 487"/>
                  <a:gd name="T8" fmla="*/ 0 w 401"/>
                  <a:gd name="T9" fmla="*/ 0 h 487"/>
                  <a:gd name="T10" fmla="*/ 0 w 401"/>
                  <a:gd name="T11" fmla="*/ 0 h 487"/>
                  <a:gd name="T12" fmla="*/ 0 w 401"/>
                  <a:gd name="T13" fmla="*/ 0 h 487"/>
                  <a:gd name="T14" fmla="*/ 0 w 401"/>
                  <a:gd name="T15" fmla="*/ 0 h 487"/>
                  <a:gd name="T16" fmla="*/ 0 w 401"/>
                  <a:gd name="T17" fmla="*/ 0 h 487"/>
                  <a:gd name="T18" fmla="*/ 0 w 401"/>
                  <a:gd name="T19" fmla="*/ 0 h 487"/>
                  <a:gd name="T20" fmla="*/ 0 w 401"/>
                  <a:gd name="T21" fmla="*/ 0 h 487"/>
                  <a:gd name="T22" fmla="*/ 0 w 401"/>
                  <a:gd name="T23" fmla="*/ 0 h 487"/>
                  <a:gd name="T24" fmla="*/ 0 w 401"/>
                  <a:gd name="T25" fmla="*/ 0 h 487"/>
                  <a:gd name="T26" fmla="*/ 0 w 401"/>
                  <a:gd name="T27" fmla="*/ 0 h 487"/>
                  <a:gd name="T28" fmla="*/ 0 w 401"/>
                  <a:gd name="T29" fmla="*/ 0 h 487"/>
                  <a:gd name="T30" fmla="*/ 0 w 401"/>
                  <a:gd name="T31" fmla="*/ 0 h 487"/>
                  <a:gd name="T32" fmla="*/ 0 w 401"/>
                  <a:gd name="T33" fmla="*/ 0 h 487"/>
                  <a:gd name="T34" fmla="*/ 0 w 401"/>
                  <a:gd name="T35" fmla="*/ 0 h 487"/>
                  <a:gd name="T36" fmla="*/ 0 w 401"/>
                  <a:gd name="T37" fmla="*/ 0 h 487"/>
                  <a:gd name="T38" fmla="*/ 0 w 401"/>
                  <a:gd name="T39" fmla="*/ 0 h 487"/>
                  <a:gd name="T40" fmla="*/ 0 w 401"/>
                  <a:gd name="T41" fmla="*/ 0 h 487"/>
                  <a:gd name="T42" fmla="*/ 0 w 401"/>
                  <a:gd name="T43" fmla="*/ 0 h 487"/>
                  <a:gd name="T44" fmla="*/ 0 w 401"/>
                  <a:gd name="T45" fmla="*/ 0 h 487"/>
                  <a:gd name="T46" fmla="*/ 0 w 401"/>
                  <a:gd name="T47" fmla="*/ 0 h 487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401"/>
                  <a:gd name="T73" fmla="*/ 0 h 487"/>
                  <a:gd name="T74" fmla="*/ 401 w 401"/>
                  <a:gd name="T75" fmla="*/ 487 h 487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401" h="487">
                    <a:moveTo>
                      <a:pt x="401" y="131"/>
                    </a:moveTo>
                    <a:lnTo>
                      <a:pt x="399" y="133"/>
                    </a:lnTo>
                    <a:lnTo>
                      <a:pt x="399" y="141"/>
                    </a:lnTo>
                    <a:lnTo>
                      <a:pt x="399" y="150"/>
                    </a:lnTo>
                    <a:lnTo>
                      <a:pt x="399" y="166"/>
                    </a:lnTo>
                    <a:lnTo>
                      <a:pt x="397" y="183"/>
                    </a:lnTo>
                    <a:lnTo>
                      <a:pt x="397" y="204"/>
                    </a:lnTo>
                    <a:lnTo>
                      <a:pt x="395" y="225"/>
                    </a:lnTo>
                    <a:lnTo>
                      <a:pt x="393" y="251"/>
                    </a:lnTo>
                    <a:lnTo>
                      <a:pt x="387" y="276"/>
                    </a:lnTo>
                    <a:lnTo>
                      <a:pt x="382" y="302"/>
                    </a:lnTo>
                    <a:lnTo>
                      <a:pt x="376" y="331"/>
                    </a:lnTo>
                    <a:lnTo>
                      <a:pt x="370" y="360"/>
                    </a:lnTo>
                    <a:lnTo>
                      <a:pt x="359" y="386"/>
                    </a:lnTo>
                    <a:lnTo>
                      <a:pt x="347" y="415"/>
                    </a:lnTo>
                    <a:lnTo>
                      <a:pt x="334" y="439"/>
                    </a:lnTo>
                    <a:lnTo>
                      <a:pt x="321" y="466"/>
                    </a:lnTo>
                    <a:lnTo>
                      <a:pt x="72" y="487"/>
                    </a:lnTo>
                    <a:lnTo>
                      <a:pt x="0" y="337"/>
                    </a:lnTo>
                    <a:lnTo>
                      <a:pt x="9" y="61"/>
                    </a:lnTo>
                    <a:lnTo>
                      <a:pt x="129" y="0"/>
                    </a:lnTo>
                    <a:lnTo>
                      <a:pt x="330" y="72"/>
                    </a:lnTo>
                    <a:lnTo>
                      <a:pt x="401" y="131"/>
                    </a:lnTo>
                    <a:close/>
                  </a:path>
                </a:pathLst>
              </a:custGeom>
              <a:solidFill>
                <a:srgbClr val="E3C24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" name="Freeform 203"/>
              <p:cNvSpPr>
                <a:spLocks/>
              </p:cNvSpPr>
              <p:nvPr/>
            </p:nvSpPr>
            <p:spPr bwMode="auto">
              <a:xfrm>
                <a:off x="1258" y="2423"/>
                <a:ext cx="104" cy="351"/>
              </a:xfrm>
              <a:custGeom>
                <a:avLst/>
                <a:gdLst>
                  <a:gd name="T0" fmla="*/ 0 w 207"/>
                  <a:gd name="T1" fmla="*/ 0 h 704"/>
                  <a:gd name="T2" fmla="*/ 0 w 207"/>
                  <a:gd name="T3" fmla="*/ 0 h 704"/>
                  <a:gd name="T4" fmla="*/ 1 w 207"/>
                  <a:gd name="T5" fmla="*/ 0 h 704"/>
                  <a:gd name="T6" fmla="*/ 1 w 207"/>
                  <a:gd name="T7" fmla="*/ 0 h 704"/>
                  <a:gd name="T8" fmla="*/ 1 w 207"/>
                  <a:gd name="T9" fmla="*/ 0 h 704"/>
                  <a:gd name="T10" fmla="*/ 1 w 207"/>
                  <a:gd name="T11" fmla="*/ 0 h 704"/>
                  <a:gd name="T12" fmla="*/ 1 w 207"/>
                  <a:gd name="T13" fmla="*/ 0 h 704"/>
                  <a:gd name="T14" fmla="*/ 1 w 207"/>
                  <a:gd name="T15" fmla="*/ 0 h 704"/>
                  <a:gd name="T16" fmla="*/ 1 w 207"/>
                  <a:gd name="T17" fmla="*/ 0 h 704"/>
                  <a:gd name="T18" fmla="*/ 1 w 207"/>
                  <a:gd name="T19" fmla="*/ 0 h 704"/>
                  <a:gd name="T20" fmla="*/ 1 w 207"/>
                  <a:gd name="T21" fmla="*/ 0 h 704"/>
                  <a:gd name="T22" fmla="*/ 1 w 207"/>
                  <a:gd name="T23" fmla="*/ 0 h 704"/>
                  <a:gd name="T24" fmla="*/ 1 w 207"/>
                  <a:gd name="T25" fmla="*/ 0 h 704"/>
                  <a:gd name="T26" fmla="*/ 1 w 207"/>
                  <a:gd name="T27" fmla="*/ 0 h 704"/>
                  <a:gd name="T28" fmla="*/ 1 w 207"/>
                  <a:gd name="T29" fmla="*/ 0 h 704"/>
                  <a:gd name="T30" fmla="*/ 1 w 207"/>
                  <a:gd name="T31" fmla="*/ 0 h 704"/>
                  <a:gd name="T32" fmla="*/ 1 w 207"/>
                  <a:gd name="T33" fmla="*/ 0 h 704"/>
                  <a:gd name="T34" fmla="*/ 1 w 207"/>
                  <a:gd name="T35" fmla="*/ 0 h 704"/>
                  <a:gd name="T36" fmla="*/ 1 w 207"/>
                  <a:gd name="T37" fmla="*/ 0 h 704"/>
                  <a:gd name="T38" fmla="*/ 1 w 207"/>
                  <a:gd name="T39" fmla="*/ 0 h 704"/>
                  <a:gd name="T40" fmla="*/ 1 w 207"/>
                  <a:gd name="T41" fmla="*/ 0 h 704"/>
                  <a:gd name="T42" fmla="*/ 0 w 207"/>
                  <a:gd name="T43" fmla="*/ 0 h 704"/>
                  <a:gd name="T44" fmla="*/ 0 w 207"/>
                  <a:gd name="T45" fmla="*/ 0 h 704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207"/>
                  <a:gd name="T70" fmla="*/ 0 h 704"/>
                  <a:gd name="T71" fmla="*/ 207 w 207"/>
                  <a:gd name="T72" fmla="*/ 704 h 704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207" h="704">
                    <a:moveTo>
                      <a:pt x="0" y="0"/>
                    </a:moveTo>
                    <a:lnTo>
                      <a:pt x="0" y="6"/>
                    </a:lnTo>
                    <a:lnTo>
                      <a:pt x="2" y="21"/>
                    </a:lnTo>
                    <a:lnTo>
                      <a:pt x="3" y="46"/>
                    </a:lnTo>
                    <a:lnTo>
                      <a:pt x="7" y="82"/>
                    </a:lnTo>
                    <a:lnTo>
                      <a:pt x="9" y="122"/>
                    </a:lnTo>
                    <a:lnTo>
                      <a:pt x="15" y="168"/>
                    </a:lnTo>
                    <a:lnTo>
                      <a:pt x="19" y="221"/>
                    </a:lnTo>
                    <a:lnTo>
                      <a:pt x="22" y="276"/>
                    </a:lnTo>
                    <a:lnTo>
                      <a:pt x="24" y="331"/>
                    </a:lnTo>
                    <a:lnTo>
                      <a:pt x="28" y="388"/>
                    </a:lnTo>
                    <a:lnTo>
                      <a:pt x="30" y="445"/>
                    </a:lnTo>
                    <a:lnTo>
                      <a:pt x="32" y="502"/>
                    </a:lnTo>
                    <a:lnTo>
                      <a:pt x="30" y="554"/>
                    </a:lnTo>
                    <a:lnTo>
                      <a:pt x="26" y="601"/>
                    </a:lnTo>
                    <a:lnTo>
                      <a:pt x="22" y="647"/>
                    </a:lnTo>
                    <a:lnTo>
                      <a:pt x="17" y="685"/>
                    </a:lnTo>
                    <a:lnTo>
                      <a:pt x="95" y="704"/>
                    </a:lnTo>
                    <a:lnTo>
                      <a:pt x="117" y="691"/>
                    </a:lnTo>
                    <a:lnTo>
                      <a:pt x="165" y="662"/>
                    </a:lnTo>
                    <a:lnTo>
                      <a:pt x="207" y="17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3C24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" name="Freeform 204"/>
              <p:cNvSpPr>
                <a:spLocks/>
              </p:cNvSpPr>
              <p:nvPr/>
            </p:nvSpPr>
            <p:spPr bwMode="auto">
              <a:xfrm>
                <a:off x="1285" y="2510"/>
                <a:ext cx="23" cy="258"/>
              </a:xfrm>
              <a:custGeom>
                <a:avLst/>
                <a:gdLst>
                  <a:gd name="T0" fmla="*/ 0 w 45"/>
                  <a:gd name="T1" fmla="*/ 1 h 516"/>
                  <a:gd name="T2" fmla="*/ 1 w 45"/>
                  <a:gd name="T3" fmla="*/ 0 h 516"/>
                  <a:gd name="T4" fmla="*/ 1 w 45"/>
                  <a:gd name="T5" fmla="*/ 1 h 516"/>
                  <a:gd name="T6" fmla="*/ 1 w 45"/>
                  <a:gd name="T7" fmla="*/ 1 h 516"/>
                  <a:gd name="T8" fmla="*/ 1 w 45"/>
                  <a:gd name="T9" fmla="*/ 1 h 516"/>
                  <a:gd name="T10" fmla="*/ 1 w 45"/>
                  <a:gd name="T11" fmla="*/ 1 h 516"/>
                  <a:gd name="T12" fmla="*/ 1 w 45"/>
                  <a:gd name="T13" fmla="*/ 1 h 516"/>
                  <a:gd name="T14" fmla="*/ 1 w 45"/>
                  <a:gd name="T15" fmla="*/ 1 h 516"/>
                  <a:gd name="T16" fmla="*/ 1 w 45"/>
                  <a:gd name="T17" fmla="*/ 1 h 516"/>
                  <a:gd name="T18" fmla="*/ 1 w 45"/>
                  <a:gd name="T19" fmla="*/ 1 h 516"/>
                  <a:gd name="T20" fmla="*/ 1 w 45"/>
                  <a:gd name="T21" fmla="*/ 1 h 516"/>
                  <a:gd name="T22" fmla="*/ 1 w 45"/>
                  <a:gd name="T23" fmla="*/ 1 h 516"/>
                  <a:gd name="T24" fmla="*/ 1 w 45"/>
                  <a:gd name="T25" fmla="*/ 1 h 516"/>
                  <a:gd name="T26" fmla="*/ 1 w 45"/>
                  <a:gd name="T27" fmla="*/ 1 h 516"/>
                  <a:gd name="T28" fmla="*/ 1 w 45"/>
                  <a:gd name="T29" fmla="*/ 1 h 516"/>
                  <a:gd name="T30" fmla="*/ 1 w 45"/>
                  <a:gd name="T31" fmla="*/ 1 h 516"/>
                  <a:gd name="T32" fmla="*/ 1 w 45"/>
                  <a:gd name="T33" fmla="*/ 1 h 516"/>
                  <a:gd name="T34" fmla="*/ 0 w 45"/>
                  <a:gd name="T35" fmla="*/ 1 h 516"/>
                  <a:gd name="T36" fmla="*/ 0 w 45"/>
                  <a:gd name="T37" fmla="*/ 1 h 51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45"/>
                  <a:gd name="T58" fmla="*/ 0 h 516"/>
                  <a:gd name="T59" fmla="*/ 45 w 45"/>
                  <a:gd name="T60" fmla="*/ 516 h 51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45" h="516">
                    <a:moveTo>
                      <a:pt x="0" y="499"/>
                    </a:moveTo>
                    <a:lnTo>
                      <a:pt x="36" y="0"/>
                    </a:lnTo>
                    <a:lnTo>
                      <a:pt x="36" y="4"/>
                    </a:lnTo>
                    <a:lnTo>
                      <a:pt x="36" y="10"/>
                    </a:lnTo>
                    <a:lnTo>
                      <a:pt x="38" y="19"/>
                    </a:lnTo>
                    <a:lnTo>
                      <a:pt x="40" y="33"/>
                    </a:lnTo>
                    <a:lnTo>
                      <a:pt x="42" y="50"/>
                    </a:lnTo>
                    <a:lnTo>
                      <a:pt x="42" y="73"/>
                    </a:lnTo>
                    <a:lnTo>
                      <a:pt x="44" y="99"/>
                    </a:lnTo>
                    <a:lnTo>
                      <a:pt x="44" y="130"/>
                    </a:lnTo>
                    <a:lnTo>
                      <a:pt x="45" y="166"/>
                    </a:lnTo>
                    <a:lnTo>
                      <a:pt x="44" y="208"/>
                    </a:lnTo>
                    <a:lnTo>
                      <a:pt x="44" y="257"/>
                    </a:lnTo>
                    <a:lnTo>
                      <a:pt x="42" y="308"/>
                    </a:lnTo>
                    <a:lnTo>
                      <a:pt x="38" y="371"/>
                    </a:lnTo>
                    <a:lnTo>
                      <a:pt x="34" y="440"/>
                    </a:lnTo>
                    <a:lnTo>
                      <a:pt x="30" y="516"/>
                    </a:lnTo>
                    <a:lnTo>
                      <a:pt x="0" y="499"/>
                    </a:lnTo>
                    <a:close/>
                  </a:path>
                </a:pathLst>
              </a:custGeom>
              <a:solidFill>
                <a:srgbClr val="D9A6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" name="Freeform 205"/>
              <p:cNvSpPr>
                <a:spLocks/>
              </p:cNvSpPr>
              <p:nvPr/>
            </p:nvSpPr>
            <p:spPr bwMode="auto">
              <a:xfrm>
                <a:off x="1178" y="2059"/>
                <a:ext cx="187" cy="377"/>
              </a:xfrm>
              <a:custGeom>
                <a:avLst/>
                <a:gdLst>
                  <a:gd name="T0" fmla="*/ 0 w 375"/>
                  <a:gd name="T1" fmla="*/ 0 h 755"/>
                  <a:gd name="T2" fmla="*/ 0 w 375"/>
                  <a:gd name="T3" fmla="*/ 0 h 755"/>
                  <a:gd name="T4" fmla="*/ 0 w 375"/>
                  <a:gd name="T5" fmla="*/ 0 h 755"/>
                  <a:gd name="T6" fmla="*/ 0 w 375"/>
                  <a:gd name="T7" fmla="*/ 0 h 755"/>
                  <a:gd name="T8" fmla="*/ 0 w 375"/>
                  <a:gd name="T9" fmla="*/ 0 h 755"/>
                  <a:gd name="T10" fmla="*/ 0 w 375"/>
                  <a:gd name="T11" fmla="*/ 0 h 755"/>
                  <a:gd name="T12" fmla="*/ 0 w 375"/>
                  <a:gd name="T13" fmla="*/ 0 h 755"/>
                  <a:gd name="T14" fmla="*/ 0 w 375"/>
                  <a:gd name="T15" fmla="*/ 0 h 755"/>
                  <a:gd name="T16" fmla="*/ 0 w 375"/>
                  <a:gd name="T17" fmla="*/ 0 h 755"/>
                  <a:gd name="T18" fmla="*/ 0 w 375"/>
                  <a:gd name="T19" fmla="*/ 0 h 755"/>
                  <a:gd name="T20" fmla="*/ 0 w 375"/>
                  <a:gd name="T21" fmla="*/ 0 h 755"/>
                  <a:gd name="T22" fmla="*/ 0 w 375"/>
                  <a:gd name="T23" fmla="*/ 0 h 755"/>
                  <a:gd name="T24" fmla="*/ 0 w 375"/>
                  <a:gd name="T25" fmla="*/ 0 h 75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375"/>
                  <a:gd name="T40" fmla="*/ 0 h 755"/>
                  <a:gd name="T41" fmla="*/ 375 w 375"/>
                  <a:gd name="T42" fmla="*/ 755 h 755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375" h="755">
                    <a:moveTo>
                      <a:pt x="283" y="576"/>
                    </a:moveTo>
                    <a:lnTo>
                      <a:pt x="375" y="74"/>
                    </a:lnTo>
                    <a:lnTo>
                      <a:pt x="295" y="0"/>
                    </a:lnTo>
                    <a:lnTo>
                      <a:pt x="165" y="10"/>
                    </a:lnTo>
                    <a:lnTo>
                      <a:pt x="17" y="487"/>
                    </a:lnTo>
                    <a:lnTo>
                      <a:pt x="0" y="641"/>
                    </a:lnTo>
                    <a:lnTo>
                      <a:pt x="29" y="702"/>
                    </a:lnTo>
                    <a:lnTo>
                      <a:pt x="124" y="755"/>
                    </a:lnTo>
                    <a:lnTo>
                      <a:pt x="162" y="728"/>
                    </a:lnTo>
                    <a:lnTo>
                      <a:pt x="137" y="588"/>
                    </a:lnTo>
                    <a:lnTo>
                      <a:pt x="222" y="599"/>
                    </a:lnTo>
                    <a:lnTo>
                      <a:pt x="283" y="576"/>
                    </a:lnTo>
                    <a:close/>
                  </a:path>
                </a:pathLst>
              </a:custGeom>
              <a:solidFill>
                <a:srgbClr val="B34D1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" name="Freeform 206"/>
              <p:cNvSpPr>
                <a:spLocks/>
              </p:cNvSpPr>
              <p:nvPr/>
            </p:nvSpPr>
            <p:spPr bwMode="auto">
              <a:xfrm>
                <a:off x="1111" y="2074"/>
                <a:ext cx="208" cy="335"/>
              </a:xfrm>
              <a:custGeom>
                <a:avLst/>
                <a:gdLst>
                  <a:gd name="T0" fmla="*/ 1 w 416"/>
                  <a:gd name="T1" fmla="*/ 0 h 671"/>
                  <a:gd name="T2" fmla="*/ 1 w 416"/>
                  <a:gd name="T3" fmla="*/ 0 h 671"/>
                  <a:gd name="T4" fmla="*/ 1 w 416"/>
                  <a:gd name="T5" fmla="*/ 0 h 671"/>
                  <a:gd name="T6" fmla="*/ 1 w 416"/>
                  <a:gd name="T7" fmla="*/ 0 h 671"/>
                  <a:gd name="T8" fmla="*/ 1 w 416"/>
                  <a:gd name="T9" fmla="*/ 0 h 671"/>
                  <a:gd name="T10" fmla="*/ 1 w 416"/>
                  <a:gd name="T11" fmla="*/ 0 h 671"/>
                  <a:gd name="T12" fmla="*/ 1 w 416"/>
                  <a:gd name="T13" fmla="*/ 0 h 671"/>
                  <a:gd name="T14" fmla="*/ 1 w 416"/>
                  <a:gd name="T15" fmla="*/ 0 h 671"/>
                  <a:gd name="T16" fmla="*/ 1 w 416"/>
                  <a:gd name="T17" fmla="*/ 0 h 671"/>
                  <a:gd name="T18" fmla="*/ 1 w 416"/>
                  <a:gd name="T19" fmla="*/ 0 h 671"/>
                  <a:gd name="T20" fmla="*/ 1 w 416"/>
                  <a:gd name="T21" fmla="*/ 0 h 671"/>
                  <a:gd name="T22" fmla="*/ 1 w 416"/>
                  <a:gd name="T23" fmla="*/ 0 h 671"/>
                  <a:gd name="T24" fmla="*/ 1 w 416"/>
                  <a:gd name="T25" fmla="*/ 0 h 671"/>
                  <a:gd name="T26" fmla="*/ 1 w 416"/>
                  <a:gd name="T27" fmla="*/ 0 h 671"/>
                  <a:gd name="T28" fmla="*/ 1 w 416"/>
                  <a:gd name="T29" fmla="*/ 0 h 671"/>
                  <a:gd name="T30" fmla="*/ 1 w 416"/>
                  <a:gd name="T31" fmla="*/ 0 h 671"/>
                  <a:gd name="T32" fmla="*/ 1 w 416"/>
                  <a:gd name="T33" fmla="*/ 0 h 671"/>
                  <a:gd name="T34" fmla="*/ 1 w 416"/>
                  <a:gd name="T35" fmla="*/ 0 h 671"/>
                  <a:gd name="T36" fmla="*/ 1 w 416"/>
                  <a:gd name="T37" fmla="*/ 0 h 671"/>
                  <a:gd name="T38" fmla="*/ 1 w 416"/>
                  <a:gd name="T39" fmla="*/ 0 h 671"/>
                  <a:gd name="T40" fmla="*/ 1 w 416"/>
                  <a:gd name="T41" fmla="*/ 0 h 671"/>
                  <a:gd name="T42" fmla="*/ 1 w 416"/>
                  <a:gd name="T43" fmla="*/ 0 h 671"/>
                  <a:gd name="T44" fmla="*/ 1 w 416"/>
                  <a:gd name="T45" fmla="*/ 0 h 671"/>
                  <a:gd name="T46" fmla="*/ 1 w 416"/>
                  <a:gd name="T47" fmla="*/ 0 h 671"/>
                  <a:gd name="T48" fmla="*/ 1 w 416"/>
                  <a:gd name="T49" fmla="*/ 0 h 671"/>
                  <a:gd name="T50" fmla="*/ 1 w 416"/>
                  <a:gd name="T51" fmla="*/ 0 h 671"/>
                  <a:gd name="T52" fmla="*/ 1 w 416"/>
                  <a:gd name="T53" fmla="*/ 0 h 671"/>
                  <a:gd name="T54" fmla="*/ 1 w 416"/>
                  <a:gd name="T55" fmla="*/ 0 h 671"/>
                  <a:gd name="T56" fmla="*/ 1 w 416"/>
                  <a:gd name="T57" fmla="*/ 0 h 671"/>
                  <a:gd name="T58" fmla="*/ 1 w 416"/>
                  <a:gd name="T59" fmla="*/ 0 h 671"/>
                  <a:gd name="T60" fmla="*/ 1 w 416"/>
                  <a:gd name="T61" fmla="*/ 0 h 671"/>
                  <a:gd name="T62" fmla="*/ 1 w 416"/>
                  <a:gd name="T63" fmla="*/ 0 h 671"/>
                  <a:gd name="T64" fmla="*/ 1 w 416"/>
                  <a:gd name="T65" fmla="*/ 0 h 671"/>
                  <a:gd name="T66" fmla="*/ 1 w 416"/>
                  <a:gd name="T67" fmla="*/ 0 h 671"/>
                  <a:gd name="T68" fmla="*/ 1 w 416"/>
                  <a:gd name="T69" fmla="*/ 0 h 671"/>
                  <a:gd name="T70" fmla="*/ 1 w 416"/>
                  <a:gd name="T71" fmla="*/ 0 h 671"/>
                  <a:gd name="T72" fmla="*/ 1 w 416"/>
                  <a:gd name="T73" fmla="*/ 0 h 671"/>
                  <a:gd name="T74" fmla="*/ 1 w 416"/>
                  <a:gd name="T75" fmla="*/ 0 h 671"/>
                  <a:gd name="T76" fmla="*/ 1 w 416"/>
                  <a:gd name="T77" fmla="*/ 0 h 671"/>
                  <a:gd name="T78" fmla="*/ 1 w 416"/>
                  <a:gd name="T79" fmla="*/ 0 h 671"/>
                  <a:gd name="T80" fmla="*/ 0 w 416"/>
                  <a:gd name="T81" fmla="*/ 0 h 671"/>
                  <a:gd name="T82" fmla="*/ 1 w 416"/>
                  <a:gd name="T83" fmla="*/ 0 h 671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416"/>
                  <a:gd name="T127" fmla="*/ 0 h 671"/>
                  <a:gd name="T128" fmla="*/ 416 w 416"/>
                  <a:gd name="T129" fmla="*/ 671 h 671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416" h="671">
                    <a:moveTo>
                      <a:pt x="361" y="0"/>
                    </a:moveTo>
                    <a:lnTo>
                      <a:pt x="359" y="2"/>
                    </a:lnTo>
                    <a:lnTo>
                      <a:pt x="355" y="9"/>
                    </a:lnTo>
                    <a:lnTo>
                      <a:pt x="350" y="22"/>
                    </a:lnTo>
                    <a:lnTo>
                      <a:pt x="344" y="40"/>
                    </a:lnTo>
                    <a:lnTo>
                      <a:pt x="336" y="59"/>
                    </a:lnTo>
                    <a:lnTo>
                      <a:pt x="329" y="81"/>
                    </a:lnTo>
                    <a:lnTo>
                      <a:pt x="321" y="106"/>
                    </a:lnTo>
                    <a:lnTo>
                      <a:pt x="316" y="135"/>
                    </a:lnTo>
                    <a:lnTo>
                      <a:pt x="310" y="161"/>
                    </a:lnTo>
                    <a:lnTo>
                      <a:pt x="304" y="190"/>
                    </a:lnTo>
                    <a:lnTo>
                      <a:pt x="302" y="216"/>
                    </a:lnTo>
                    <a:lnTo>
                      <a:pt x="304" y="243"/>
                    </a:lnTo>
                    <a:lnTo>
                      <a:pt x="308" y="268"/>
                    </a:lnTo>
                    <a:lnTo>
                      <a:pt x="316" y="291"/>
                    </a:lnTo>
                    <a:lnTo>
                      <a:pt x="327" y="310"/>
                    </a:lnTo>
                    <a:lnTo>
                      <a:pt x="342" y="327"/>
                    </a:lnTo>
                    <a:lnTo>
                      <a:pt x="340" y="327"/>
                    </a:lnTo>
                    <a:lnTo>
                      <a:pt x="336" y="327"/>
                    </a:lnTo>
                    <a:lnTo>
                      <a:pt x="329" y="329"/>
                    </a:lnTo>
                    <a:lnTo>
                      <a:pt x="321" y="334"/>
                    </a:lnTo>
                    <a:lnTo>
                      <a:pt x="312" y="336"/>
                    </a:lnTo>
                    <a:lnTo>
                      <a:pt x="302" y="344"/>
                    </a:lnTo>
                    <a:lnTo>
                      <a:pt x="293" y="351"/>
                    </a:lnTo>
                    <a:lnTo>
                      <a:pt x="283" y="361"/>
                    </a:lnTo>
                    <a:lnTo>
                      <a:pt x="274" y="370"/>
                    </a:lnTo>
                    <a:lnTo>
                      <a:pt x="264" y="382"/>
                    </a:lnTo>
                    <a:lnTo>
                      <a:pt x="257" y="395"/>
                    </a:lnTo>
                    <a:lnTo>
                      <a:pt x="251" y="412"/>
                    </a:lnTo>
                    <a:lnTo>
                      <a:pt x="247" y="429"/>
                    </a:lnTo>
                    <a:lnTo>
                      <a:pt x="247" y="448"/>
                    </a:lnTo>
                    <a:lnTo>
                      <a:pt x="249" y="469"/>
                    </a:lnTo>
                    <a:lnTo>
                      <a:pt x="257" y="494"/>
                    </a:lnTo>
                    <a:lnTo>
                      <a:pt x="259" y="496"/>
                    </a:lnTo>
                    <a:lnTo>
                      <a:pt x="264" y="498"/>
                    </a:lnTo>
                    <a:lnTo>
                      <a:pt x="272" y="502"/>
                    </a:lnTo>
                    <a:lnTo>
                      <a:pt x="279" y="505"/>
                    </a:lnTo>
                    <a:lnTo>
                      <a:pt x="291" y="511"/>
                    </a:lnTo>
                    <a:lnTo>
                      <a:pt x="302" y="515"/>
                    </a:lnTo>
                    <a:lnTo>
                      <a:pt x="314" y="523"/>
                    </a:lnTo>
                    <a:lnTo>
                      <a:pt x="327" y="526"/>
                    </a:lnTo>
                    <a:lnTo>
                      <a:pt x="338" y="530"/>
                    </a:lnTo>
                    <a:lnTo>
                      <a:pt x="352" y="534"/>
                    </a:lnTo>
                    <a:lnTo>
                      <a:pt x="367" y="540"/>
                    </a:lnTo>
                    <a:lnTo>
                      <a:pt x="378" y="542"/>
                    </a:lnTo>
                    <a:lnTo>
                      <a:pt x="392" y="545"/>
                    </a:lnTo>
                    <a:lnTo>
                      <a:pt x="403" y="545"/>
                    </a:lnTo>
                    <a:lnTo>
                      <a:pt x="416" y="545"/>
                    </a:lnTo>
                    <a:lnTo>
                      <a:pt x="384" y="591"/>
                    </a:lnTo>
                    <a:lnTo>
                      <a:pt x="382" y="591"/>
                    </a:lnTo>
                    <a:lnTo>
                      <a:pt x="378" y="591"/>
                    </a:lnTo>
                    <a:lnTo>
                      <a:pt x="373" y="587"/>
                    </a:lnTo>
                    <a:lnTo>
                      <a:pt x="365" y="587"/>
                    </a:lnTo>
                    <a:lnTo>
                      <a:pt x="355" y="585"/>
                    </a:lnTo>
                    <a:lnTo>
                      <a:pt x="346" y="583"/>
                    </a:lnTo>
                    <a:lnTo>
                      <a:pt x="335" y="580"/>
                    </a:lnTo>
                    <a:lnTo>
                      <a:pt x="321" y="578"/>
                    </a:lnTo>
                    <a:lnTo>
                      <a:pt x="308" y="572"/>
                    </a:lnTo>
                    <a:lnTo>
                      <a:pt x="295" y="568"/>
                    </a:lnTo>
                    <a:lnTo>
                      <a:pt x="279" y="562"/>
                    </a:lnTo>
                    <a:lnTo>
                      <a:pt x="264" y="559"/>
                    </a:lnTo>
                    <a:lnTo>
                      <a:pt x="249" y="553"/>
                    </a:lnTo>
                    <a:lnTo>
                      <a:pt x="234" y="545"/>
                    </a:lnTo>
                    <a:lnTo>
                      <a:pt x="220" y="538"/>
                    </a:lnTo>
                    <a:lnTo>
                      <a:pt x="207" y="532"/>
                    </a:lnTo>
                    <a:lnTo>
                      <a:pt x="203" y="534"/>
                    </a:lnTo>
                    <a:lnTo>
                      <a:pt x="196" y="540"/>
                    </a:lnTo>
                    <a:lnTo>
                      <a:pt x="190" y="545"/>
                    </a:lnTo>
                    <a:lnTo>
                      <a:pt x="186" y="553"/>
                    </a:lnTo>
                    <a:lnTo>
                      <a:pt x="181" y="559"/>
                    </a:lnTo>
                    <a:lnTo>
                      <a:pt x="177" y="568"/>
                    </a:lnTo>
                    <a:lnTo>
                      <a:pt x="171" y="578"/>
                    </a:lnTo>
                    <a:lnTo>
                      <a:pt x="167" y="587"/>
                    </a:lnTo>
                    <a:lnTo>
                      <a:pt x="163" y="600"/>
                    </a:lnTo>
                    <a:lnTo>
                      <a:pt x="162" y="612"/>
                    </a:lnTo>
                    <a:lnTo>
                      <a:pt x="158" y="625"/>
                    </a:lnTo>
                    <a:lnTo>
                      <a:pt x="158" y="639"/>
                    </a:lnTo>
                    <a:lnTo>
                      <a:pt x="158" y="654"/>
                    </a:lnTo>
                    <a:lnTo>
                      <a:pt x="162" y="671"/>
                    </a:lnTo>
                    <a:lnTo>
                      <a:pt x="76" y="583"/>
                    </a:lnTo>
                    <a:lnTo>
                      <a:pt x="93" y="437"/>
                    </a:lnTo>
                    <a:lnTo>
                      <a:pt x="0" y="266"/>
                    </a:lnTo>
                    <a:lnTo>
                      <a:pt x="8" y="121"/>
                    </a:lnTo>
                    <a:lnTo>
                      <a:pt x="361" y="0"/>
                    </a:lnTo>
                    <a:close/>
                  </a:path>
                </a:pathLst>
              </a:custGeom>
              <a:solidFill>
                <a:srgbClr val="8F29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" name="Freeform 207"/>
              <p:cNvSpPr>
                <a:spLocks/>
              </p:cNvSpPr>
              <p:nvPr/>
            </p:nvSpPr>
            <p:spPr bwMode="auto">
              <a:xfrm>
                <a:off x="1282" y="2781"/>
                <a:ext cx="219" cy="112"/>
              </a:xfrm>
              <a:custGeom>
                <a:avLst/>
                <a:gdLst>
                  <a:gd name="T0" fmla="*/ 1 w 437"/>
                  <a:gd name="T1" fmla="*/ 0 h 225"/>
                  <a:gd name="T2" fmla="*/ 1 w 437"/>
                  <a:gd name="T3" fmla="*/ 0 h 225"/>
                  <a:gd name="T4" fmla="*/ 1 w 437"/>
                  <a:gd name="T5" fmla="*/ 0 h 225"/>
                  <a:gd name="T6" fmla="*/ 1 w 437"/>
                  <a:gd name="T7" fmla="*/ 0 h 225"/>
                  <a:gd name="T8" fmla="*/ 1 w 437"/>
                  <a:gd name="T9" fmla="*/ 0 h 225"/>
                  <a:gd name="T10" fmla="*/ 1 w 437"/>
                  <a:gd name="T11" fmla="*/ 0 h 225"/>
                  <a:gd name="T12" fmla="*/ 1 w 437"/>
                  <a:gd name="T13" fmla="*/ 0 h 225"/>
                  <a:gd name="T14" fmla="*/ 1 w 437"/>
                  <a:gd name="T15" fmla="*/ 0 h 225"/>
                  <a:gd name="T16" fmla="*/ 0 w 437"/>
                  <a:gd name="T17" fmla="*/ 0 h 225"/>
                  <a:gd name="T18" fmla="*/ 1 w 437"/>
                  <a:gd name="T19" fmla="*/ 0 h 225"/>
                  <a:gd name="T20" fmla="*/ 1 w 437"/>
                  <a:gd name="T21" fmla="*/ 0 h 22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437"/>
                  <a:gd name="T34" fmla="*/ 0 h 225"/>
                  <a:gd name="T35" fmla="*/ 437 w 437"/>
                  <a:gd name="T36" fmla="*/ 225 h 22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437" h="225">
                    <a:moveTo>
                      <a:pt x="50" y="65"/>
                    </a:moveTo>
                    <a:lnTo>
                      <a:pt x="204" y="65"/>
                    </a:lnTo>
                    <a:lnTo>
                      <a:pt x="291" y="0"/>
                    </a:lnTo>
                    <a:lnTo>
                      <a:pt x="333" y="69"/>
                    </a:lnTo>
                    <a:lnTo>
                      <a:pt x="437" y="190"/>
                    </a:lnTo>
                    <a:lnTo>
                      <a:pt x="361" y="225"/>
                    </a:lnTo>
                    <a:lnTo>
                      <a:pt x="299" y="223"/>
                    </a:lnTo>
                    <a:lnTo>
                      <a:pt x="188" y="196"/>
                    </a:lnTo>
                    <a:lnTo>
                      <a:pt x="0" y="131"/>
                    </a:lnTo>
                    <a:lnTo>
                      <a:pt x="50" y="65"/>
                    </a:lnTo>
                    <a:close/>
                  </a:path>
                </a:pathLst>
              </a:custGeom>
              <a:solidFill>
                <a:srgbClr val="8F29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" name="Freeform 208"/>
              <p:cNvSpPr>
                <a:spLocks/>
              </p:cNvSpPr>
              <p:nvPr/>
            </p:nvSpPr>
            <p:spPr bwMode="auto">
              <a:xfrm>
                <a:off x="960" y="2481"/>
                <a:ext cx="347" cy="417"/>
              </a:xfrm>
              <a:custGeom>
                <a:avLst/>
                <a:gdLst>
                  <a:gd name="T0" fmla="*/ 0 w 694"/>
                  <a:gd name="T1" fmla="*/ 0 h 835"/>
                  <a:gd name="T2" fmla="*/ 1 w 694"/>
                  <a:gd name="T3" fmla="*/ 0 h 835"/>
                  <a:gd name="T4" fmla="*/ 1 w 694"/>
                  <a:gd name="T5" fmla="*/ 0 h 835"/>
                  <a:gd name="T6" fmla="*/ 1 w 694"/>
                  <a:gd name="T7" fmla="*/ 0 h 835"/>
                  <a:gd name="T8" fmla="*/ 1 w 694"/>
                  <a:gd name="T9" fmla="*/ 0 h 835"/>
                  <a:gd name="T10" fmla="*/ 1 w 694"/>
                  <a:gd name="T11" fmla="*/ 0 h 835"/>
                  <a:gd name="T12" fmla="*/ 1 w 694"/>
                  <a:gd name="T13" fmla="*/ 0 h 835"/>
                  <a:gd name="T14" fmla="*/ 1 w 694"/>
                  <a:gd name="T15" fmla="*/ 0 h 835"/>
                  <a:gd name="T16" fmla="*/ 1 w 694"/>
                  <a:gd name="T17" fmla="*/ 0 h 835"/>
                  <a:gd name="T18" fmla="*/ 0 w 694"/>
                  <a:gd name="T19" fmla="*/ 0 h 835"/>
                  <a:gd name="T20" fmla="*/ 0 w 694"/>
                  <a:gd name="T21" fmla="*/ 0 h 83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694"/>
                  <a:gd name="T34" fmla="*/ 0 h 835"/>
                  <a:gd name="T35" fmla="*/ 694 w 694"/>
                  <a:gd name="T36" fmla="*/ 835 h 83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694" h="835">
                    <a:moveTo>
                      <a:pt x="0" y="31"/>
                    </a:moveTo>
                    <a:lnTo>
                      <a:pt x="216" y="677"/>
                    </a:lnTo>
                    <a:lnTo>
                      <a:pt x="618" y="835"/>
                    </a:lnTo>
                    <a:lnTo>
                      <a:pt x="671" y="761"/>
                    </a:lnTo>
                    <a:lnTo>
                      <a:pt x="694" y="704"/>
                    </a:lnTo>
                    <a:lnTo>
                      <a:pt x="559" y="533"/>
                    </a:lnTo>
                    <a:lnTo>
                      <a:pt x="538" y="436"/>
                    </a:lnTo>
                    <a:lnTo>
                      <a:pt x="369" y="94"/>
                    </a:lnTo>
                    <a:lnTo>
                      <a:pt x="138" y="0"/>
                    </a:lnTo>
                    <a:lnTo>
                      <a:pt x="0" y="31"/>
                    </a:lnTo>
                    <a:close/>
                  </a:path>
                </a:pathLst>
              </a:custGeom>
              <a:solidFill>
                <a:srgbClr val="D9A6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" name="Freeform 209"/>
              <p:cNvSpPr>
                <a:spLocks/>
              </p:cNvSpPr>
              <p:nvPr/>
            </p:nvSpPr>
            <p:spPr bwMode="auto">
              <a:xfrm>
                <a:off x="1075" y="2006"/>
                <a:ext cx="290" cy="299"/>
              </a:xfrm>
              <a:custGeom>
                <a:avLst/>
                <a:gdLst>
                  <a:gd name="T0" fmla="*/ 1 w 580"/>
                  <a:gd name="T1" fmla="*/ 1 h 597"/>
                  <a:gd name="T2" fmla="*/ 1 w 580"/>
                  <a:gd name="T3" fmla="*/ 1 h 597"/>
                  <a:gd name="T4" fmla="*/ 1 w 580"/>
                  <a:gd name="T5" fmla="*/ 1 h 597"/>
                  <a:gd name="T6" fmla="*/ 1 w 580"/>
                  <a:gd name="T7" fmla="*/ 1 h 597"/>
                  <a:gd name="T8" fmla="*/ 1 w 580"/>
                  <a:gd name="T9" fmla="*/ 1 h 597"/>
                  <a:gd name="T10" fmla="*/ 1 w 580"/>
                  <a:gd name="T11" fmla="*/ 1 h 597"/>
                  <a:gd name="T12" fmla="*/ 1 w 580"/>
                  <a:gd name="T13" fmla="*/ 1 h 597"/>
                  <a:gd name="T14" fmla="*/ 1 w 580"/>
                  <a:gd name="T15" fmla="*/ 1 h 597"/>
                  <a:gd name="T16" fmla="*/ 1 w 580"/>
                  <a:gd name="T17" fmla="*/ 1 h 597"/>
                  <a:gd name="T18" fmla="*/ 1 w 580"/>
                  <a:gd name="T19" fmla="*/ 1 h 597"/>
                  <a:gd name="T20" fmla="*/ 1 w 580"/>
                  <a:gd name="T21" fmla="*/ 1 h 597"/>
                  <a:gd name="T22" fmla="*/ 1 w 580"/>
                  <a:gd name="T23" fmla="*/ 1 h 597"/>
                  <a:gd name="T24" fmla="*/ 1 w 580"/>
                  <a:gd name="T25" fmla="*/ 1 h 597"/>
                  <a:gd name="T26" fmla="*/ 1 w 580"/>
                  <a:gd name="T27" fmla="*/ 1 h 597"/>
                  <a:gd name="T28" fmla="*/ 1 w 580"/>
                  <a:gd name="T29" fmla="*/ 1 h 597"/>
                  <a:gd name="T30" fmla="*/ 1 w 580"/>
                  <a:gd name="T31" fmla="*/ 1 h 597"/>
                  <a:gd name="T32" fmla="*/ 1 w 580"/>
                  <a:gd name="T33" fmla="*/ 1 h 597"/>
                  <a:gd name="T34" fmla="*/ 1 w 580"/>
                  <a:gd name="T35" fmla="*/ 1 h 597"/>
                  <a:gd name="T36" fmla="*/ 1 w 580"/>
                  <a:gd name="T37" fmla="*/ 1 h 597"/>
                  <a:gd name="T38" fmla="*/ 1 w 580"/>
                  <a:gd name="T39" fmla="*/ 1 h 597"/>
                  <a:gd name="T40" fmla="*/ 1 w 580"/>
                  <a:gd name="T41" fmla="*/ 1 h 597"/>
                  <a:gd name="T42" fmla="*/ 1 w 580"/>
                  <a:gd name="T43" fmla="*/ 1 h 597"/>
                  <a:gd name="T44" fmla="*/ 1 w 580"/>
                  <a:gd name="T45" fmla="*/ 1 h 597"/>
                  <a:gd name="T46" fmla="*/ 1 w 580"/>
                  <a:gd name="T47" fmla="*/ 1 h 597"/>
                  <a:gd name="T48" fmla="*/ 1 w 580"/>
                  <a:gd name="T49" fmla="*/ 1 h 597"/>
                  <a:gd name="T50" fmla="*/ 1 w 580"/>
                  <a:gd name="T51" fmla="*/ 1 h 597"/>
                  <a:gd name="T52" fmla="*/ 1 w 580"/>
                  <a:gd name="T53" fmla="*/ 1 h 597"/>
                  <a:gd name="T54" fmla="*/ 1 w 580"/>
                  <a:gd name="T55" fmla="*/ 1 h 597"/>
                  <a:gd name="T56" fmla="*/ 1 w 580"/>
                  <a:gd name="T57" fmla="*/ 1 h 597"/>
                  <a:gd name="T58" fmla="*/ 1 w 580"/>
                  <a:gd name="T59" fmla="*/ 1 h 597"/>
                  <a:gd name="T60" fmla="*/ 0 w 580"/>
                  <a:gd name="T61" fmla="*/ 1 h 597"/>
                  <a:gd name="T62" fmla="*/ 1 w 580"/>
                  <a:gd name="T63" fmla="*/ 1 h 597"/>
                  <a:gd name="T64" fmla="*/ 1 w 580"/>
                  <a:gd name="T65" fmla="*/ 1 h 597"/>
                  <a:gd name="T66" fmla="*/ 1 w 580"/>
                  <a:gd name="T67" fmla="*/ 1 h 597"/>
                  <a:gd name="T68" fmla="*/ 1 w 580"/>
                  <a:gd name="T69" fmla="*/ 1 h 597"/>
                  <a:gd name="T70" fmla="*/ 1 w 580"/>
                  <a:gd name="T71" fmla="*/ 0 h 597"/>
                  <a:gd name="T72" fmla="*/ 1 w 580"/>
                  <a:gd name="T73" fmla="*/ 1 h 597"/>
                  <a:gd name="T74" fmla="*/ 1 w 580"/>
                  <a:gd name="T75" fmla="*/ 1 h 597"/>
                  <a:gd name="T76" fmla="*/ 1 w 580"/>
                  <a:gd name="T77" fmla="*/ 1 h 597"/>
                  <a:gd name="T78" fmla="*/ 1 w 580"/>
                  <a:gd name="T79" fmla="*/ 1 h 597"/>
                  <a:gd name="T80" fmla="*/ 1 w 580"/>
                  <a:gd name="T81" fmla="*/ 1 h 597"/>
                  <a:gd name="T82" fmla="*/ 1 w 580"/>
                  <a:gd name="T83" fmla="*/ 1 h 597"/>
                  <a:gd name="T84" fmla="*/ 1 w 580"/>
                  <a:gd name="T85" fmla="*/ 1 h 597"/>
                  <a:gd name="T86" fmla="*/ 1 w 580"/>
                  <a:gd name="T87" fmla="*/ 1 h 597"/>
                  <a:gd name="T88" fmla="*/ 1 w 580"/>
                  <a:gd name="T89" fmla="*/ 1 h 597"/>
                  <a:gd name="T90" fmla="*/ 1 w 580"/>
                  <a:gd name="T91" fmla="*/ 1 h 597"/>
                  <a:gd name="T92" fmla="*/ 1 w 580"/>
                  <a:gd name="T93" fmla="*/ 1 h 597"/>
                  <a:gd name="T94" fmla="*/ 1 w 580"/>
                  <a:gd name="T95" fmla="*/ 1 h 597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580"/>
                  <a:gd name="T145" fmla="*/ 0 h 597"/>
                  <a:gd name="T146" fmla="*/ 580 w 580"/>
                  <a:gd name="T147" fmla="*/ 597 h 597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580" h="597">
                    <a:moveTo>
                      <a:pt x="580" y="178"/>
                    </a:moveTo>
                    <a:lnTo>
                      <a:pt x="576" y="176"/>
                    </a:lnTo>
                    <a:lnTo>
                      <a:pt x="568" y="173"/>
                    </a:lnTo>
                    <a:lnTo>
                      <a:pt x="555" y="169"/>
                    </a:lnTo>
                    <a:lnTo>
                      <a:pt x="540" y="165"/>
                    </a:lnTo>
                    <a:lnTo>
                      <a:pt x="521" y="159"/>
                    </a:lnTo>
                    <a:lnTo>
                      <a:pt x="498" y="157"/>
                    </a:lnTo>
                    <a:lnTo>
                      <a:pt x="473" y="156"/>
                    </a:lnTo>
                    <a:lnTo>
                      <a:pt x="450" y="157"/>
                    </a:lnTo>
                    <a:lnTo>
                      <a:pt x="424" y="161"/>
                    </a:lnTo>
                    <a:lnTo>
                      <a:pt x="399" y="173"/>
                    </a:lnTo>
                    <a:lnTo>
                      <a:pt x="372" y="188"/>
                    </a:lnTo>
                    <a:lnTo>
                      <a:pt x="350" y="209"/>
                    </a:lnTo>
                    <a:lnTo>
                      <a:pt x="327" y="237"/>
                    </a:lnTo>
                    <a:lnTo>
                      <a:pt x="308" y="272"/>
                    </a:lnTo>
                    <a:lnTo>
                      <a:pt x="292" y="317"/>
                    </a:lnTo>
                    <a:lnTo>
                      <a:pt x="281" y="370"/>
                    </a:lnTo>
                    <a:lnTo>
                      <a:pt x="230" y="363"/>
                    </a:lnTo>
                    <a:lnTo>
                      <a:pt x="228" y="359"/>
                    </a:lnTo>
                    <a:lnTo>
                      <a:pt x="224" y="348"/>
                    </a:lnTo>
                    <a:lnTo>
                      <a:pt x="220" y="342"/>
                    </a:lnTo>
                    <a:lnTo>
                      <a:pt x="218" y="336"/>
                    </a:lnTo>
                    <a:lnTo>
                      <a:pt x="215" y="331"/>
                    </a:lnTo>
                    <a:lnTo>
                      <a:pt x="211" y="325"/>
                    </a:lnTo>
                    <a:lnTo>
                      <a:pt x="203" y="321"/>
                    </a:lnTo>
                    <a:lnTo>
                      <a:pt x="196" y="317"/>
                    </a:lnTo>
                    <a:lnTo>
                      <a:pt x="188" y="315"/>
                    </a:lnTo>
                    <a:lnTo>
                      <a:pt x="180" y="315"/>
                    </a:lnTo>
                    <a:lnTo>
                      <a:pt x="169" y="317"/>
                    </a:lnTo>
                    <a:lnTo>
                      <a:pt x="158" y="323"/>
                    </a:lnTo>
                    <a:lnTo>
                      <a:pt x="146" y="331"/>
                    </a:lnTo>
                    <a:lnTo>
                      <a:pt x="133" y="344"/>
                    </a:lnTo>
                    <a:lnTo>
                      <a:pt x="120" y="355"/>
                    </a:lnTo>
                    <a:lnTo>
                      <a:pt x="112" y="369"/>
                    </a:lnTo>
                    <a:lnTo>
                      <a:pt x="108" y="380"/>
                    </a:lnTo>
                    <a:lnTo>
                      <a:pt x="106" y="393"/>
                    </a:lnTo>
                    <a:lnTo>
                      <a:pt x="108" y="403"/>
                    </a:lnTo>
                    <a:lnTo>
                      <a:pt x="112" y="414"/>
                    </a:lnTo>
                    <a:lnTo>
                      <a:pt x="118" y="424"/>
                    </a:lnTo>
                    <a:lnTo>
                      <a:pt x="125" y="433"/>
                    </a:lnTo>
                    <a:lnTo>
                      <a:pt x="131" y="441"/>
                    </a:lnTo>
                    <a:lnTo>
                      <a:pt x="140" y="448"/>
                    </a:lnTo>
                    <a:lnTo>
                      <a:pt x="148" y="454"/>
                    </a:lnTo>
                    <a:lnTo>
                      <a:pt x="158" y="462"/>
                    </a:lnTo>
                    <a:lnTo>
                      <a:pt x="163" y="464"/>
                    </a:lnTo>
                    <a:lnTo>
                      <a:pt x="171" y="469"/>
                    </a:lnTo>
                    <a:lnTo>
                      <a:pt x="173" y="471"/>
                    </a:lnTo>
                    <a:lnTo>
                      <a:pt x="175" y="471"/>
                    </a:lnTo>
                    <a:lnTo>
                      <a:pt x="165" y="597"/>
                    </a:lnTo>
                    <a:lnTo>
                      <a:pt x="161" y="595"/>
                    </a:lnTo>
                    <a:lnTo>
                      <a:pt x="154" y="589"/>
                    </a:lnTo>
                    <a:lnTo>
                      <a:pt x="140" y="581"/>
                    </a:lnTo>
                    <a:lnTo>
                      <a:pt x="125" y="570"/>
                    </a:lnTo>
                    <a:lnTo>
                      <a:pt x="104" y="555"/>
                    </a:lnTo>
                    <a:lnTo>
                      <a:pt x="87" y="538"/>
                    </a:lnTo>
                    <a:lnTo>
                      <a:pt x="68" y="517"/>
                    </a:lnTo>
                    <a:lnTo>
                      <a:pt x="51" y="494"/>
                    </a:lnTo>
                    <a:lnTo>
                      <a:pt x="32" y="465"/>
                    </a:lnTo>
                    <a:lnTo>
                      <a:pt x="17" y="433"/>
                    </a:lnTo>
                    <a:lnTo>
                      <a:pt x="7" y="399"/>
                    </a:lnTo>
                    <a:lnTo>
                      <a:pt x="2" y="361"/>
                    </a:lnTo>
                    <a:lnTo>
                      <a:pt x="0" y="317"/>
                    </a:lnTo>
                    <a:lnTo>
                      <a:pt x="7" y="272"/>
                    </a:lnTo>
                    <a:lnTo>
                      <a:pt x="23" y="222"/>
                    </a:lnTo>
                    <a:lnTo>
                      <a:pt x="45" y="169"/>
                    </a:lnTo>
                    <a:lnTo>
                      <a:pt x="74" y="119"/>
                    </a:lnTo>
                    <a:lnTo>
                      <a:pt x="106" y="80"/>
                    </a:lnTo>
                    <a:lnTo>
                      <a:pt x="140" y="47"/>
                    </a:lnTo>
                    <a:lnTo>
                      <a:pt x="178" y="26"/>
                    </a:lnTo>
                    <a:lnTo>
                      <a:pt x="215" y="11"/>
                    </a:lnTo>
                    <a:lnTo>
                      <a:pt x="254" y="3"/>
                    </a:lnTo>
                    <a:lnTo>
                      <a:pt x="292" y="0"/>
                    </a:lnTo>
                    <a:lnTo>
                      <a:pt x="331" y="2"/>
                    </a:lnTo>
                    <a:lnTo>
                      <a:pt x="365" y="5"/>
                    </a:lnTo>
                    <a:lnTo>
                      <a:pt x="399" y="13"/>
                    </a:lnTo>
                    <a:lnTo>
                      <a:pt x="427" y="22"/>
                    </a:lnTo>
                    <a:lnTo>
                      <a:pt x="454" y="32"/>
                    </a:lnTo>
                    <a:lnTo>
                      <a:pt x="475" y="40"/>
                    </a:lnTo>
                    <a:lnTo>
                      <a:pt x="492" y="49"/>
                    </a:lnTo>
                    <a:lnTo>
                      <a:pt x="502" y="53"/>
                    </a:lnTo>
                    <a:lnTo>
                      <a:pt x="505" y="57"/>
                    </a:lnTo>
                    <a:lnTo>
                      <a:pt x="509" y="57"/>
                    </a:lnTo>
                    <a:lnTo>
                      <a:pt x="519" y="64"/>
                    </a:lnTo>
                    <a:lnTo>
                      <a:pt x="522" y="68"/>
                    </a:lnTo>
                    <a:lnTo>
                      <a:pt x="528" y="74"/>
                    </a:lnTo>
                    <a:lnTo>
                      <a:pt x="536" y="81"/>
                    </a:lnTo>
                    <a:lnTo>
                      <a:pt x="543" y="89"/>
                    </a:lnTo>
                    <a:lnTo>
                      <a:pt x="551" y="97"/>
                    </a:lnTo>
                    <a:lnTo>
                      <a:pt x="557" y="106"/>
                    </a:lnTo>
                    <a:lnTo>
                      <a:pt x="564" y="116"/>
                    </a:lnTo>
                    <a:lnTo>
                      <a:pt x="570" y="127"/>
                    </a:lnTo>
                    <a:lnTo>
                      <a:pt x="574" y="138"/>
                    </a:lnTo>
                    <a:lnTo>
                      <a:pt x="578" y="152"/>
                    </a:lnTo>
                    <a:lnTo>
                      <a:pt x="580" y="165"/>
                    </a:lnTo>
                    <a:lnTo>
                      <a:pt x="580" y="17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" name="Freeform 210"/>
              <p:cNvSpPr>
                <a:spLocks/>
              </p:cNvSpPr>
              <p:nvPr/>
            </p:nvSpPr>
            <p:spPr bwMode="auto">
              <a:xfrm>
                <a:off x="960" y="2378"/>
                <a:ext cx="357" cy="454"/>
              </a:xfrm>
              <a:custGeom>
                <a:avLst/>
                <a:gdLst>
                  <a:gd name="T0" fmla="*/ 1 w 714"/>
                  <a:gd name="T1" fmla="*/ 0 h 909"/>
                  <a:gd name="T2" fmla="*/ 1 w 714"/>
                  <a:gd name="T3" fmla="*/ 0 h 909"/>
                  <a:gd name="T4" fmla="*/ 1 w 714"/>
                  <a:gd name="T5" fmla="*/ 0 h 909"/>
                  <a:gd name="T6" fmla="*/ 1 w 714"/>
                  <a:gd name="T7" fmla="*/ 0 h 909"/>
                  <a:gd name="T8" fmla="*/ 1 w 714"/>
                  <a:gd name="T9" fmla="*/ 0 h 909"/>
                  <a:gd name="T10" fmla="*/ 1 w 714"/>
                  <a:gd name="T11" fmla="*/ 0 h 909"/>
                  <a:gd name="T12" fmla="*/ 1 w 714"/>
                  <a:gd name="T13" fmla="*/ 0 h 909"/>
                  <a:gd name="T14" fmla="*/ 1 w 714"/>
                  <a:gd name="T15" fmla="*/ 0 h 909"/>
                  <a:gd name="T16" fmla="*/ 1 w 714"/>
                  <a:gd name="T17" fmla="*/ 0 h 909"/>
                  <a:gd name="T18" fmla="*/ 1 w 714"/>
                  <a:gd name="T19" fmla="*/ 0 h 909"/>
                  <a:gd name="T20" fmla="*/ 1 w 714"/>
                  <a:gd name="T21" fmla="*/ 0 h 909"/>
                  <a:gd name="T22" fmla="*/ 1 w 714"/>
                  <a:gd name="T23" fmla="*/ 0 h 909"/>
                  <a:gd name="T24" fmla="*/ 1 w 714"/>
                  <a:gd name="T25" fmla="*/ 0 h 909"/>
                  <a:gd name="T26" fmla="*/ 1 w 714"/>
                  <a:gd name="T27" fmla="*/ 0 h 909"/>
                  <a:gd name="T28" fmla="*/ 1 w 714"/>
                  <a:gd name="T29" fmla="*/ 0 h 909"/>
                  <a:gd name="T30" fmla="*/ 1 w 714"/>
                  <a:gd name="T31" fmla="*/ 0 h 909"/>
                  <a:gd name="T32" fmla="*/ 1 w 714"/>
                  <a:gd name="T33" fmla="*/ 0 h 909"/>
                  <a:gd name="T34" fmla="*/ 1 w 714"/>
                  <a:gd name="T35" fmla="*/ 0 h 909"/>
                  <a:gd name="T36" fmla="*/ 1 w 714"/>
                  <a:gd name="T37" fmla="*/ 0 h 909"/>
                  <a:gd name="T38" fmla="*/ 1 w 714"/>
                  <a:gd name="T39" fmla="*/ 0 h 909"/>
                  <a:gd name="T40" fmla="*/ 1 w 714"/>
                  <a:gd name="T41" fmla="*/ 0 h 909"/>
                  <a:gd name="T42" fmla="*/ 1 w 714"/>
                  <a:gd name="T43" fmla="*/ 0 h 909"/>
                  <a:gd name="T44" fmla="*/ 1 w 714"/>
                  <a:gd name="T45" fmla="*/ 0 h 909"/>
                  <a:gd name="T46" fmla="*/ 1 w 714"/>
                  <a:gd name="T47" fmla="*/ 0 h 909"/>
                  <a:gd name="T48" fmla="*/ 1 w 714"/>
                  <a:gd name="T49" fmla="*/ 0 h 909"/>
                  <a:gd name="T50" fmla="*/ 0 w 714"/>
                  <a:gd name="T51" fmla="*/ 0 h 909"/>
                  <a:gd name="T52" fmla="*/ 0 w 714"/>
                  <a:gd name="T53" fmla="*/ 0 h 909"/>
                  <a:gd name="T54" fmla="*/ 1 w 714"/>
                  <a:gd name="T55" fmla="*/ 0 h 909"/>
                  <a:gd name="T56" fmla="*/ 1 w 714"/>
                  <a:gd name="T57" fmla="*/ 0 h 909"/>
                  <a:gd name="T58" fmla="*/ 1 w 714"/>
                  <a:gd name="T59" fmla="*/ 0 h 909"/>
                  <a:gd name="T60" fmla="*/ 1 w 714"/>
                  <a:gd name="T61" fmla="*/ 0 h 909"/>
                  <a:gd name="T62" fmla="*/ 1 w 714"/>
                  <a:gd name="T63" fmla="*/ 0 h 909"/>
                  <a:gd name="T64" fmla="*/ 1 w 714"/>
                  <a:gd name="T65" fmla="*/ 0 h 909"/>
                  <a:gd name="T66" fmla="*/ 1 w 714"/>
                  <a:gd name="T67" fmla="*/ 0 h 909"/>
                  <a:gd name="T68" fmla="*/ 1 w 714"/>
                  <a:gd name="T69" fmla="*/ 0 h 909"/>
                  <a:gd name="T70" fmla="*/ 1 w 714"/>
                  <a:gd name="T71" fmla="*/ 0 h 909"/>
                  <a:gd name="T72" fmla="*/ 1 w 714"/>
                  <a:gd name="T73" fmla="*/ 0 h 909"/>
                  <a:gd name="T74" fmla="*/ 1 w 714"/>
                  <a:gd name="T75" fmla="*/ 0 h 909"/>
                  <a:gd name="T76" fmla="*/ 1 w 714"/>
                  <a:gd name="T77" fmla="*/ 0 h 909"/>
                  <a:gd name="T78" fmla="*/ 1 w 714"/>
                  <a:gd name="T79" fmla="*/ 0 h 909"/>
                  <a:gd name="T80" fmla="*/ 1 w 714"/>
                  <a:gd name="T81" fmla="*/ 0 h 909"/>
                  <a:gd name="T82" fmla="*/ 1 w 714"/>
                  <a:gd name="T83" fmla="*/ 0 h 909"/>
                  <a:gd name="T84" fmla="*/ 1 w 714"/>
                  <a:gd name="T85" fmla="*/ 0 h 909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714"/>
                  <a:gd name="T130" fmla="*/ 0 h 909"/>
                  <a:gd name="T131" fmla="*/ 714 w 714"/>
                  <a:gd name="T132" fmla="*/ 909 h 909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714" h="909">
                    <a:moveTo>
                      <a:pt x="338" y="0"/>
                    </a:moveTo>
                    <a:lnTo>
                      <a:pt x="340" y="4"/>
                    </a:lnTo>
                    <a:lnTo>
                      <a:pt x="346" y="17"/>
                    </a:lnTo>
                    <a:lnTo>
                      <a:pt x="355" y="40"/>
                    </a:lnTo>
                    <a:lnTo>
                      <a:pt x="367" y="69"/>
                    </a:lnTo>
                    <a:lnTo>
                      <a:pt x="380" y="103"/>
                    </a:lnTo>
                    <a:lnTo>
                      <a:pt x="395" y="145"/>
                    </a:lnTo>
                    <a:lnTo>
                      <a:pt x="412" y="190"/>
                    </a:lnTo>
                    <a:lnTo>
                      <a:pt x="431" y="240"/>
                    </a:lnTo>
                    <a:lnTo>
                      <a:pt x="448" y="291"/>
                    </a:lnTo>
                    <a:lnTo>
                      <a:pt x="465" y="344"/>
                    </a:lnTo>
                    <a:lnTo>
                      <a:pt x="483" y="397"/>
                    </a:lnTo>
                    <a:lnTo>
                      <a:pt x="498" y="451"/>
                    </a:lnTo>
                    <a:lnTo>
                      <a:pt x="511" y="500"/>
                    </a:lnTo>
                    <a:lnTo>
                      <a:pt x="522" y="551"/>
                    </a:lnTo>
                    <a:lnTo>
                      <a:pt x="532" y="597"/>
                    </a:lnTo>
                    <a:lnTo>
                      <a:pt x="538" y="641"/>
                    </a:lnTo>
                    <a:lnTo>
                      <a:pt x="479" y="610"/>
                    </a:lnTo>
                    <a:lnTo>
                      <a:pt x="351" y="451"/>
                    </a:lnTo>
                    <a:lnTo>
                      <a:pt x="446" y="648"/>
                    </a:lnTo>
                    <a:lnTo>
                      <a:pt x="714" y="780"/>
                    </a:lnTo>
                    <a:lnTo>
                      <a:pt x="713" y="844"/>
                    </a:lnTo>
                    <a:lnTo>
                      <a:pt x="694" y="909"/>
                    </a:lnTo>
                    <a:lnTo>
                      <a:pt x="330" y="749"/>
                    </a:lnTo>
                    <a:lnTo>
                      <a:pt x="173" y="285"/>
                    </a:lnTo>
                    <a:lnTo>
                      <a:pt x="0" y="236"/>
                    </a:lnTo>
                    <a:lnTo>
                      <a:pt x="0" y="234"/>
                    </a:lnTo>
                    <a:lnTo>
                      <a:pt x="5" y="228"/>
                    </a:lnTo>
                    <a:lnTo>
                      <a:pt x="15" y="219"/>
                    </a:lnTo>
                    <a:lnTo>
                      <a:pt x="26" y="205"/>
                    </a:lnTo>
                    <a:lnTo>
                      <a:pt x="40" y="188"/>
                    </a:lnTo>
                    <a:lnTo>
                      <a:pt x="59" y="173"/>
                    </a:lnTo>
                    <a:lnTo>
                      <a:pt x="78" y="154"/>
                    </a:lnTo>
                    <a:lnTo>
                      <a:pt x="102" y="135"/>
                    </a:lnTo>
                    <a:lnTo>
                      <a:pt x="125" y="114"/>
                    </a:lnTo>
                    <a:lnTo>
                      <a:pt x="152" y="95"/>
                    </a:lnTo>
                    <a:lnTo>
                      <a:pt x="180" y="74"/>
                    </a:lnTo>
                    <a:lnTo>
                      <a:pt x="211" y="55"/>
                    </a:lnTo>
                    <a:lnTo>
                      <a:pt x="239" y="38"/>
                    </a:lnTo>
                    <a:lnTo>
                      <a:pt x="273" y="23"/>
                    </a:lnTo>
                    <a:lnTo>
                      <a:pt x="306" y="10"/>
                    </a:lnTo>
                    <a:lnTo>
                      <a:pt x="338" y="0"/>
                    </a:lnTo>
                    <a:close/>
                  </a:path>
                </a:pathLst>
              </a:custGeom>
              <a:solidFill>
                <a:srgbClr val="E3C24D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" name="Freeform 211"/>
              <p:cNvSpPr>
                <a:spLocks/>
              </p:cNvSpPr>
              <p:nvPr/>
            </p:nvSpPr>
            <p:spPr bwMode="auto">
              <a:xfrm>
                <a:off x="960" y="2496"/>
                <a:ext cx="299" cy="597"/>
              </a:xfrm>
              <a:custGeom>
                <a:avLst/>
                <a:gdLst>
                  <a:gd name="T0" fmla="*/ 0 w 599"/>
                  <a:gd name="T1" fmla="*/ 0 h 1194"/>
                  <a:gd name="T2" fmla="*/ 0 w 599"/>
                  <a:gd name="T3" fmla="*/ 1 h 1194"/>
                  <a:gd name="T4" fmla="*/ 0 w 599"/>
                  <a:gd name="T5" fmla="*/ 1 h 1194"/>
                  <a:gd name="T6" fmla="*/ 0 w 599"/>
                  <a:gd name="T7" fmla="*/ 1 h 1194"/>
                  <a:gd name="T8" fmla="*/ 0 w 599"/>
                  <a:gd name="T9" fmla="*/ 1 h 1194"/>
                  <a:gd name="T10" fmla="*/ 0 w 599"/>
                  <a:gd name="T11" fmla="*/ 1 h 1194"/>
                  <a:gd name="T12" fmla="*/ 0 w 599"/>
                  <a:gd name="T13" fmla="*/ 1 h 1194"/>
                  <a:gd name="T14" fmla="*/ 0 w 599"/>
                  <a:gd name="T15" fmla="*/ 1 h 1194"/>
                  <a:gd name="T16" fmla="*/ 0 w 599"/>
                  <a:gd name="T17" fmla="*/ 1 h 1194"/>
                  <a:gd name="T18" fmla="*/ 0 w 599"/>
                  <a:gd name="T19" fmla="*/ 1 h 1194"/>
                  <a:gd name="T20" fmla="*/ 0 w 599"/>
                  <a:gd name="T21" fmla="*/ 1 h 1194"/>
                  <a:gd name="T22" fmla="*/ 0 w 599"/>
                  <a:gd name="T23" fmla="*/ 1 h 1194"/>
                  <a:gd name="T24" fmla="*/ 0 w 599"/>
                  <a:gd name="T25" fmla="*/ 1 h 1194"/>
                  <a:gd name="T26" fmla="*/ 0 w 599"/>
                  <a:gd name="T27" fmla="*/ 0 h 1194"/>
                  <a:gd name="T28" fmla="*/ 0 w 599"/>
                  <a:gd name="T29" fmla="*/ 0 h 119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99"/>
                  <a:gd name="T46" fmla="*/ 0 h 1194"/>
                  <a:gd name="T47" fmla="*/ 599 w 599"/>
                  <a:gd name="T48" fmla="*/ 1194 h 119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99" h="1194">
                    <a:moveTo>
                      <a:pt x="0" y="0"/>
                    </a:moveTo>
                    <a:lnTo>
                      <a:pt x="104" y="798"/>
                    </a:lnTo>
                    <a:lnTo>
                      <a:pt x="64" y="899"/>
                    </a:lnTo>
                    <a:lnTo>
                      <a:pt x="97" y="956"/>
                    </a:lnTo>
                    <a:lnTo>
                      <a:pt x="21" y="1194"/>
                    </a:lnTo>
                    <a:lnTo>
                      <a:pt x="268" y="1194"/>
                    </a:lnTo>
                    <a:lnTo>
                      <a:pt x="325" y="983"/>
                    </a:lnTo>
                    <a:lnTo>
                      <a:pt x="266" y="873"/>
                    </a:lnTo>
                    <a:lnTo>
                      <a:pt x="325" y="810"/>
                    </a:lnTo>
                    <a:lnTo>
                      <a:pt x="329" y="747"/>
                    </a:lnTo>
                    <a:lnTo>
                      <a:pt x="597" y="838"/>
                    </a:lnTo>
                    <a:lnTo>
                      <a:pt x="599" y="722"/>
                    </a:lnTo>
                    <a:lnTo>
                      <a:pt x="99" y="5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9A6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" name="Freeform 212"/>
              <p:cNvSpPr>
                <a:spLocks/>
              </p:cNvSpPr>
              <p:nvPr/>
            </p:nvSpPr>
            <p:spPr bwMode="auto">
              <a:xfrm>
                <a:off x="945" y="3809"/>
                <a:ext cx="76" cy="170"/>
              </a:xfrm>
              <a:custGeom>
                <a:avLst/>
                <a:gdLst>
                  <a:gd name="T0" fmla="*/ 1 w 152"/>
                  <a:gd name="T1" fmla="*/ 0 h 340"/>
                  <a:gd name="T2" fmla="*/ 1 w 152"/>
                  <a:gd name="T3" fmla="*/ 1 h 340"/>
                  <a:gd name="T4" fmla="*/ 1 w 152"/>
                  <a:gd name="T5" fmla="*/ 1 h 340"/>
                  <a:gd name="T6" fmla="*/ 1 w 152"/>
                  <a:gd name="T7" fmla="*/ 1 h 340"/>
                  <a:gd name="T8" fmla="*/ 1 w 152"/>
                  <a:gd name="T9" fmla="*/ 1 h 340"/>
                  <a:gd name="T10" fmla="*/ 1 w 152"/>
                  <a:gd name="T11" fmla="*/ 1 h 340"/>
                  <a:gd name="T12" fmla="*/ 1 w 152"/>
                  <a:gd name="T13" fmla="*/ 1 h 340"/>
                  <a:gd name="T14" fmla="*/ 1 w 152"/>
                  <a:gd name="T15" fmla="*/ 1 h 340"/>
                  <a:gd name="T16" fmla="*/ 1 w 152"/>
                  <a:gd name="T17" fmla="*/ 1 h 340"/>
                  <a:gd name="T18" fmla="*/ 1 w 152"/>
                  <a:gd name="T19" fmla="*/ 1 h 340"/>
                  <a:gd name="T20" fmla="*/ 1 w 152"/>
                  <a:gd name="T21" fmla="*/ 1 h 340"/>
                  <a:gd name="T22" fmla="*/ 1 w 152"/>
                  <a:gd name="T23" fmla="*/ 1 h 340"/>
                  <a:gd name="T24" fmla="*/ 1 w 152"/>
                  <a:gd name="T25" fmla="*/ 1 h 340"/>
                  <a:gd name="T26" fmla="*/ 1 w 152"/>
                  <a:gd name="T27" fmla="*/ 1 h 340"/>
                  <a:gd name="T28" fmla="*/ 1 w 152"/>
                  <a:gd name="T29" fmla="*/ 1 h 340"/>
                  <a:gd name="T30" fmla="*/ 1 w 152"/>
                  <a:gd name="T31" fmla="*/ 1 h 340"/>
                  <a:gd name="T32" fmla="*/ 1 w 152"/>
                  <a:gd name="T33" fmla="*/ 1 h 340"/>
                  <a:gd name="T34" fmla="*/ 1 w 152"/>
                  <a:gd name="T35" fmla="*/ 1 h 340"/>
                  <a:gd name="T36" fmla="*/ 1 w 152"/>
                  <a:gd name="T37" fmla="*/ 1 h 340"/>
                  <a:gd name="T38" fmla="*/ 1 w 152"/>
                  <a:gd name="T39" fmla="*/ 1 h 340"/>
                  <a:gd name="T40" fmla="*/ 1 w 152"/>
                  <a:gd name="T41" fmla="*/ 1 h 340"/>
                  <a:gd name="T42" fmla="*/ 1 w 152"/>
                  <a:gd name="T43" fmla="*/ 1 h 340"/>
                  <a:gd name="T44" fmla="*/ 1 w 152"/>
                  <a:gd name="T45" fmla="*/ 1 h 340"/>
                  <a:gd name="T46" fmla="*/ 1 w 152"/>
                  <a:gd name="T47" fmla="*/ 1 h 340"/>
                  <a:gd name="T48" fmla="*/ 1 w 152"/>
                  <a:gd name="T49" fmla="*/ 1 h 340"/>
                  <a:gd name="T50" fmla="*/ 1 w 152"/>
                  <a:gd name="T51" fmla="*/ 1 h 340"/>
                  <a:gd name="T52" fmla="*/ 1 w 152"/>
                  <a:gd name="T53" fmla="*/ 1 h 340"/>
                  <a:gd name="T54" fmla="*/ 1 w 152"/>
                  <a:gd name="T55" fmla="*/ 1 h 340"/>
                  <a:gd name="T56" fmla="*/ 1 w 152"/>
                  <a:gd name="T57" fmla="*/ 1 h 340"/>
                  <a:gd name="T58" fmla="*/ 1 w 152"/>
                  <a:gd name="T59" fmla="*/ 1 h 340"/>
                  <a:gd name="T60" fmla="*/ 1 w 152"/>
                  <a:gd name="T61" fmla="*/ 1 h 340"/>
                  <a:gd name="T62" fmla="*/ 1 w 152"/>
                  <a:gd name="T63" fmla="*/ 1 h 340"/>
                  <a:gd name="T64" fmla="*/ 1 w 152"/>
                  <a:gd name="T65" fmla="*/ 1 h 340"/>
                  <a:gd name="T66" fmla="*/ 1 w 152"/>
                  <a:gd name="T67" fmla="*/ 1 h 340"/>
                  <a:gd name="T68" fmla="*/ 1 w 152"/>
                  <a:gd name="T69" fmla="*/ 1 h 340"/>
                  <a:gd name="T70" fmla="*/ 1 w 152"/>
                  <a:gd name="T71" fmla="*/ 1 h 340"/>
                  <a:gd name="T72" fmla="*/ 1 w 152"/>
                  <a:gd name="T73" fmla="*/ 1 h 340"/>
                  <a:gd name="T74" fmla="*/ 1 w 152"/>
                  <a:gd name="T75" fmla="*/ 1 h 340"/>
                  <a:gd name="T76" fmla="*/ 1 w 152"/>
                  <a:gd name="T77" fmla="*/ 1 h 340"/>
                  <a:gd name="T78" fmla="*/ 1 w 152"/>
                  <a:gd name="T79" fmla="*/ 1 h 340"/>
                  <a:gd name="T80" fmla="*/ 1 w 152"/>
                  <a:gd name="T81" fmla="*/ 1 h 340"/>
                  <a:gd name="T82" fmla="*/ 0 w 152"/>
                  <a:gd name="T83" fmla="*/ 1 h 340"/>
                  <a:gd name="T84" fmla="*/ 0 w 152"/>
                  <a:gd name="T85" fmla="*/ 1 h 340"/>
                  <a:gd name="T86" fmla="*/ 0 w 152"/>
                  <a:gd name="T87" fmla="*/ 1 h 340"/>
                  <a:gd name="T88" fmla="*/ 1 w 152"/>
                  <a:gd name="T89" fmla="*/ 1 h 340"/>
                  <a:gd name="T90" fmla="*/ 1 w 152"/>
                  <a:gd name="T91" fmla="*/ 1 h 340"/>
                  <a:gd name="T92" fmla="*/ 1 w 152"/>
                  <a:gd name="T93" fmla="*/ 1 h 340"/>
                  <a:gd name="T94" fmla="*/ 1 w 152"/>
                  <a:gd name="T95" fmla="*/ 1 h 340"/>
                  <a:gd name="T96" fmla="*/ 1 w 152"/>
                  <a:gd name="T97" fmla="*/ 0 h 340"/>
                  <a:gd name="T98" fmla="*/ 1 w 152"/>
                  <a:gd name="T99" fmla="*/ 0 h 340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152"/>
                  <a:gd name="T151" fmla="*/ 0 h 340"/>
                  <a:gd name="T152" fmla="*/ 152 w 152"/>
                  <a:gd name="T153" fmla="*/ 340 h 340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152" h="340">
                    <a:moveTo>
                      <a:pt x="50" y="0"/>
                    </a:moveTo>
                    <a:lnTo>
                      <a:pt x="48" y="2"/>
                    </a:lnTo>
                    <a:lnTo>
                      <a:pt x="48" y="9"/>
                    </a:lnTo>
                    <a:lnTo>
                      <a:pt x="48" y="19"/>
                    </a:lnTo>
                    <a:lnTo>
                      <a:pt x="48" y="32"/>
                    </a:lnTo>
                    <a:lnTo>
                      <a:pt x="48" y="45"/>
                    </a:lnTo>
                    <a:lnTo>
                      <a:pt x="50" y="60"/>
                    </a:lnTo>
                    <a:lnTo>
                      <a:pt x="54" y="74"/>
                    </a:lnTo>
                    <a:lnTo>
                      <a:pt x="57" y="87"/>
                    </a:lnTo>
                    <a:lnTo>
                      <a:pt x="61" y="99"/>
                    </a:lnTo>
                    <a:lnTo>
                      <a:pt x="67" y="104"/>
                    </a:lnTo>
                    <a:lnTo>
                      <a:pt x="74" y="108"/>
                    </a:lnTo>
                    <a:lnTo>
                      <a:pt x="86" y="106"/>
                    </a:lnTo>
                    <a:lnTo>
                      <a:pt x="97" y="97"/>
                    </a:lnTo>
                    <a:lnTo>
                      <a:pt x="112" y="79"/>
                    </a:lnTo>
                    <a:lnTo>
                      <a:pt x="130" y="57"/>
                    </a:lnTo>
                    <a:lnTo>
                      <a:pt x="152" y="24"/>
                    </a:lnTo>
                    <a:lnTo>
                      <a:pt x="152" y="30"/>
                    </a:lnTo>
                    <a:lnTo>
                      <a:pt x="152" y="40"/>
                    </a:lnTo>
                    <a:lnTo>
                      <a:pt x="152" y="53"/>
                    </a:lnTo>
                    <a:lnTo>
                      <a:pt x="150" y="66"/>
                    </a:lnTo>
                    <a:lnTo>
                      <a:pt x="149" y="83"/>
                    </a:lnTo>
                    <a:lnTo>
                      <a:pt x="145" y="102"/>
                    </a:lnTo>
                    <a:lnTo>
                      <a:pt x="143" y="125"/>
                    </a:lnTo>
                    <a:lnTo>
                      <a:pt x="135" y="148"/>
                    </a:lnTo>
                    <a:lnTo>
                      <a:pt x="128" y="173"/>
                    </a:lnTo>
                    <a:lnTo>
                      <a:pt x="118" y="199"/>
                    </a:lnTo>
                    <a:lnTo>
                      <a:pt x="109" y="228"/>
                    </a:lnTo>
                    <a:lnTo>
                      <a:pt x="95" y="254"/>
                    </a:lnTo>
                    <a:lnTo>
                      <a:pt x="78" y="283"/>
                    </a:lnTo>
                    <a:lnTo>
                      <a:pt x="61" y="311"/>
                    </a:lnTo>
                    <a:lnTo>
                      <a:pt x="38" y="340"/>
                    </a:lnTo>
                    <a:lnTo>
                      <a:pt x="36" y="336"/>
                    </a:lnTo>
                    <a:lnTo>
                      <a:pt x="35" y="332"/>
                    </a:lnTo>
                    <a:lnTo>
                      <a:pt x="29" y="323"/>
                    </a:lnTo>
                    <a:lnTo>
                      <a:pt x="25" y="311"/>
                    </a:lnTo>
                    <a:lnTo>
                      <a:pt x="19" y="296"/>
                    </a:lnTo>
                    <a:lnTo>
                      <a:pt x="14" y="281"/>
                    </a:lnTo>
                    <a:lnTo>
                      <a:pt x="8" y="262"/>
                    </a:lnTo>
                    <a:lnTo>
                      <a:pt x="6" y="241"/>
                    </a:lnTo>
                    <a:lnTo>
                      <a:pt x="0" y="214"/>
                    </a:lnTo>
                    <a:lnTo>
                      <a:pt x="0" y="190"/>
                    </a:lnTo>
                    <a:lnTo>
                      <a:pt x="0" y="161"/>
                    </a:lnTo>
                    <a:lnTo>
                      <a:pt x="2" y="133"/>
                    </a:lnTo>
                    <a:lnTo>
                      <a:pt x="8" y="100"/>
                    </a:lnTo>
                    <a:lnTo>
                      <a:pt x="17" y="68"/>
                    </a:lnTo>
                    <a:lnTo>
                      <a:pt x="31" y="34"/>
                    </a:lnTo>
                    <a:lnTo>
                      <a:pt x="5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" name="Freeform 213"/>
              <p:cNvSpPr>
                <a:spLocks/>
              </p:cNvSpPr>
              <p:nvPr/>
            </p:nvSpPr>
            <p:spPr bwMode="auto">
              <a:xfrm>
                <a:off x="1361" y="3878"/>
                <a:ext cx="153" cy="101"/>
              </a:xfrm>
              <a:custGeom>
                <a:avLst/>
                <a:gdLst>
                  <a:gd name="T0" fmla="*/ 1 w 306"/>
                  <a:gd name="T1" fmla="*/ 0 h 202"/>
                  <a:gd name="T2" fmla="*/ 1 w 306"/>
                  <a:gd name="T3" fmla="*/ 0 h 202"/>
                  <a:gd name="T4" fmla="*/ 1 w 306"/>
                  <a:gd name="T5" fmla="*/ 1 h 202"/>
                  <a:gd name="T6" fmla="*/ 1 w 306"/>
                  <a:gd name="T7" fmla="*/ 1 h 202"/>
                  <a:gd name="T8" fmla="*/ 1 w 306"/>
                  <a:gd name="T9" fmla="*/ 1 h 202"/>
                  <a:gd name="T10" fmla="*/ 1 w 306"/>
                  <a:gd name="T11" fmla="*/ 1 h 202"/>
                  <a:gd name="T12" fmla="*/ 1 w 306"/>
                  <a:gd name="T13" fmla="*/ 1 h 202"/>
                  <a:gd name="T14" fmla="*/ 1 w 306"/>
                  <a:gd name="T15" fmla="*/ 1 h 202"/>
                  <a:gd name="T16" fmla="*/ 1 w 306"/>
                  <a:gd name="T17" fmla="*/ 1 h 202"/>
                  <a:gd name="T18" fmla="*/ 1 w 306"/>
                  <a:gd name="T19" fmla="*/ 1 h 202"/>
                  <a:gd name="T20" fmla="*/ 1 w 306"/>
                  <a:gd name="T21" fmla="*/ 1 h 202"/>
                  <a:gd name="T22" fmla="*/ 1 w 306"/>
                  <a:gd name="T23" fmla="*/ 1 h 202"/>
                  <a:gd name="T24" fmla="*/ 1 w 306"/>
                  <a:gd name="T25" fmla="*/ 1 h 202"/>
                  <a:gd name="T26" fmla="*/ 1 w 306"/>
                  <a:gd name="T27" fmla="*/ 1 h 202"/>
                  <a:gd name="T28" fmla="*/ 1 w 306"/>
                  <a:gd name="T29" fmla="*/ 1 h 202"/>
                  <a:gd name="T30" fmla="*/ 1 w 306"/>
                  <a:gd name="T31" fmla="*/ 1 h 202"/>
                  <a:gd name="T32" fmla="*/ 1 w 306"/>
                  <a:gd name="T33" fmla="*/ 1 h 202"/>
                  <a:gd name="T34" fmla="*/ 1 w 306"/>
                  <a:gd name="T35" fmla="*/ 1 h 202"/>
                  <a:gd name="T36" fmla="*/ 1 w 306"/>
                  <a:gd name="T37" fmla="*/ 1 h 202"/>
                  <a:gd name="T38" fmla="*/ 1 w 306"/>
                  <a:gd name="T39" fmla="*/ 1 h 202"/>
                  <a:gd name="T40" fmla="*/ 1 w 306"/>
                  <a:gd name="T41" fmla="*/ 1 h 202"/>
                  <a:gd name="T42" fmla="*/ 1 w 306"/>
                  <a:gd name="T43" fmla="*/ 1 h 202"/>
                  <a:gd name="T44" fmla="*/ 1 w 306"/>
                  <a:gd name="T45" fmla="*/ 1 h 202"/>
                  <a:gd name="T46" fmla="*/ 1 w 306"/>
                  <a:gd name="T47" fmla="*/ 1 h 202"/>
                  <a:gd name="T48" fmla="*/ 1 w 306"/>
                  <a:gd name="T49" fmla="*/ 1 h 202"/>
                  <a:gd name="T50" fmla="*/ 1 w 306"/>
                  <a:gd name="T51" fmla="*/ 1 h 202"/>
                  <a:gd name="T52" fmla="*/ 1 w 306"/>
                  <a:gd name="T53" fmla="*/ 1 h 202"/>
                  <a:gd name="T54" fmla="*/ 1 w 306"/>
                  <a:gd name="T55" fmla="*/ 1 h 202"/>
                  <a:gd name="T56" fmla="*/ 1 w 306"/>
                  <a:gd name="T57" fmla="*/ 1 h 202"/>
                  <a:gd name="T58" fmla="*/ 0 w 306"/>
                  <a:gd name="T59" fmla="*/ 1 h 202"/>
                  <a:gd name="T60" fmla="*/ 0 w 306"/>
                  <a:gd name="T61" fmla="*/ 1 h 202"/>
                  <a:gd name="T62" fmla="*/ 1 w 306"/>
                  <a:gd name="T63" fmla="*/ 1 h 202"/>
                  <a:gd name="T64" fmla="*/ 1 w 306"/>
                  <a:gd name="T65" fmla="*/ 1 h 202"/>
                  <a:gd name="T66" fmla="*/ 1 w 306"/>
                  <a:gd name="T67" fmla="*/ 1 h 202"/>
                  <a:gd name="T68" fmla="*/ 1 w 306"/>
                  <a:gd name="T69" fmla="*/ 1 h 202"/>
                  <a:gd name="T70" fmla="*/ 1 w 306"/>
                  <a:gd name="T71" fmla="*/ 0 h 202"/>
                  <a:gd name="T72" fmla="*/ 1 w 306"/>
                  <a:gd name="T73" fmla="*/ 0 h 202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306"/>
                  <a:gd name="T112" fmla="*/ 0 h 202"/>
                  <a:gd name="T113" fmla="*/ 306 w 306"/>
                  <a:gd name="T114" fmla="*/ 202 h 202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306" h="202">
                    <a:moveTo>
                      <a:pt x="36" y="0"/>
                    </a:moveTo>
                    <a:lnTo>
                      <a:pt x="36" y="0"/>
                    </a:lnTo>
                    <a:lnTo>
                      <a:pt x="40" y="8"/>
                    </a:lnTo>
                    <a:lnTo>
                      <a:pt x="40" y="10"/>
                    </a:lnTo>
                    <a:lnTo>
                      <a:pt x="44" y="16"/>
                    </a:lnTo>
                    <a:lnTo>
                      <a:pt x="47" y="23"/>
                    </a:lnTo>
                    <a:lnTo>
                      <a:pt x="53" y="29"/>
                    </a:lnTo>
                    <a:lnTo>
                      <a:pt x="59" y="35"/>
                    </a:lnTo>
                    <a:lnTo>
                      <a:pt x="66" y="40"/>
                    </a:lnTo>
                    <a:lnTo>
                      <a:pt x="78" y="48"/>
                    </a:lnTo>
                    <a:lnTo>
                      <a:pt x="89" y="56"/>
                    </a:lnTo>
                    <a:lnTo>
                      <a:pt x="101" y="63"/>
                    </a:lnTo>
                    <a:lnTo>
                      <a:pt x="116" y="71"/>
                    </a:lnTo>
                    <a:lnTo>
                      <a:pt x="133" y="76"/>
                    </a:lnTo>
                    <a:lnTo>
                      <a:pt x="154" y="84"/>
                    </a:lnTo>
                    <a:lnTo>
                      <a:pt x="306" y="172"/>
                    </a:lnTo>
                    <a:lnTo>
                      <a:pt x="302" y="196"/>
                    </a:lnTo>
                    <a:lnTo>
                      <a:pt x="163" y="198"/>
                    </a:lnTo>
                    <a:lnTo>
                      <a:pt x="72" y="134"/>
                    </a:lnTo>
                    <a:lnTo>
                      <a:pt x="72" y="202"/>
                    </a:lnTo>
                    <a:lnTo>
                      <a:pt x="36" y="202"/>
                    </a:lnTo>
                    <a:lnTo>
                      <a:pt x="30" y="111"/>
                    </a:lnTo>
                    <a:lnTo>
                      <a:pt x="27" y="109"/>
                    </a:lnTo>
                    <a:lnTo>
                      <a:pt x="19" y="103"/>
                    </a:lnTo>
                    <a:lnTo>
                      <a:pt x="15" y="97"/>
                    </a:lnTo>
                    <a:lnTo>
                      <a:pt x="11" y="94"/>
                    </a:lnTo>
                    <a:lnTo>
                      <a:pt x="8" y="86"/>
                    </a:lnTo>
                    <a:lnTo>
                      <a:pt x="4" y="80"/>
                    </a:lnTo>
                    <a:lnTo>
                      <a:pt x="2" y="71"/>
                    </a:lnTo>
                    <a:lnTo>
                      <a:pt x="0" y="63"/>
                    </a:lnTo>
                    <a:lnTo>
                      <a:pt x="0" y="54"/>
                    </a:lnTo>
                    <a:lnTo>
                      <a:pt x="4" y="44"/>
                    </a:lnTo>
                    <a:lnTo>
                      <a:pt x="8" y="33"/>
                    </a:lnTo>
                    <a:lnTo>
                      <a:pt x="15" y="23"/>
                    </a:lnTo>
                    <a:lnTo>
                      <a:pt x="25" y="1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1" name="AutoShape 214"/>
            <p:cNvSpPr>
              <a:spLocks noChangeArrowheads="1"/>
            </p:cNvSpPr>
            <p:nvPr/>
          </p:nvSpPr>
          <p:spPr bwMode="auto">
            <a:xfrm>
              <a:off x="5943600" y="2895600"/>
              <a:ext cx="990600" cy="304800"/>
            </a:xfrm>
            <a:prstGeom prst="curvedDownArrow">
              <a:avLst>
                <a:gd name="adj1" fmla="val 65000"/>
                <a:gd name="adj2" fmla="val 130000"/>
                <a:gd name="adj3" fmla="val 33333"/>
              </a:avLst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" name="AutoShape 215"/>
            <p:cNvSpPr>
              <a:spLocks noChangeArrowheads="1"/>
            </p:cNvSpPr>
            <p:nvPr/>
          </p:nvSpPr>
          <p:spPr bwMode="auto">
            <a:xfrm flipH="1">
              <a:off x="5943600" y="3962400"/>
              <a:ext cx="914400" cy="304800"/>
            </a:xfrm>
            <a:prstGeom prst="curvedUpArrow">
              <a:avLst>
                <a:gd name="adj1" fmla="val 60000"/>
                <a:gd name="adj2" fmla="val 120000"/>
                <a:gd name="adj3" fmla="val 49306"/>
              </a:avLst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73" name="Group 216"/>
            <p:cNvGrpSpPr>
              <a:grpSpLocks/>
            </p:cNvGrpSpPr>
            <p:nvPr/>
          </p:nvGrpSpPr>
          <p:grpSpPr bwMode="auto">
            <a:xfrm>
              <a:off x="6324600" y="4724400"/>
              <a:ext cx="457200" cy="914400"/>
              <a:chOff x="3888" y="2508"/>
              <a:chExt cx="514" cy="1119"/>
            </a:xfrm>
          </p:grpSpPr>
          <p:sp>
            <p:nvSpPr>
              <p:cNvPr id="75" name="Freeform 217"/>
              <p:cNvSpPr>
                <a:spLocks/>
              </p:cNvSpPr>
              <p:nvPr/>
            </p:nvSpPr>
            <p:spPr bwMode="auto">
              <a:xfrm>
                <a:off x="3888" y="2508"/>
                <a:ext cx="499" cy="1094"/>
              </a:xfrm>
              <a:custGeom>
                <a:avLst/>
                <a:gdLst>
                  <a:gd name="T0" fmla="*/ 1 w 997"/>
                  <a:gd name="T1" fmla="*/ 1 h 2188"/>
                  <a:gd name="T2" fmla="*/ 1 w 997"/>
                  <a:gd name="T3" fmla="*/ 1 h 2188"/>
                  <a:gd name="T4" fmla="*/ 1 w 997"/>
                  <a:gd name="T5" fmla="*/ 1 h 2188"/>
                  <a:gd name="T6" fmla="*/ 1 w 997"/>
                  <a:gd name="T7" fmla="*/ 0 h 2188"/>
                  <a:gd name="T8" fmla="*/ 1 w 997"/>
                  <a:gd name="T9" fmla="*/ 1 h 2188"/>
                  <a:gd name="T10" fmla="*/ 1 w 997"/>
                  <a:gd name="T11" fmla="*/ 1 h 2188"/>
                  <a:gd name="T12" fmla="*/ 1 w 997"/>
                  <a:gd name="T13" fmla="*/ 1 h 2188"/>
                  <a:gd name="T14" fmla="*/ 1 w 997"/>
                  <a:gd name="T15" fmla="*/ 1 h 2188"/>
                  <a:gd name="T16" fmla="*/ 1 w 997"/>
                  <a:gd name="T17" fmla="*/ 1 h 2188"/>
                  <a:gd name="T18" fmla="*/ 1 w 997"/>
                  <a:gd name="T19" fmla="*/ 1 h 2188"/>
                  <a:gd name="T20" fmla="*/ 1 w 997"/>
                  <a:gd name="T21" fmla="*/ 1 h 2188"/>
                  <a:gd name="T22" fmla="*/ 0 w 997"/>
                  <a:gd name="T23" fmla="*/ 1 h 2188"/>
                  <a:gd name="T24" fmla="*/ 1 w 997"/>
                  <a:gd name="T25" fmla="*/ 1 h 2188"/>
                  <a:gd name="T26" fmla="*/ 1 w 997"/>
                  <a:gd name="T27" fmla="*/ 1 h 2188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997"/>
                  <a:gd name="T43" fmla="*/ 0 h 2188"/>
                  <a:gd name="T44" fmla="*/ 997 w 997"/>
                  <a:gd name="T45" fmla="*/ 2188 h 2188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997" h="2188">
                    <a:moveTo>
                      <a:pt x="72" y="533"/>
                    </a:moveTo>
                    <a:lnTo>
                      <a:pt x="340" y="318"/>
                    </a:lnTo>
                    <a:lnTo>
                      <a:pt x="499" y="141"/>
                    </a:lnTo>
                    <a:lnTo>
                      <a:pt x="583" y="0"/>
                    </a:lnTo>
                    <a:lnTo>
                      <a:pt x="875" y="39"/>
                    </a:lnTo>
                    <a:lnTo>
                      <a:pt x="997" y="93"/>
                    </a:lnTo>
                    <a:lnTo>
                      <a:pt x="906" y="532"/>
                    </a:lnTo>
                    <a:lnTo>
                      <a:pt x="958" y="2159"/>
                    </a:lnTo>
                    <a:lnTo>
                      <a:pt x="561" y="2188"/>
                    </a:lnTo>
                    <a:lnTo>
                      <a:pt x="91" y="2167"/>
                    </a:lnTo>
                    <a:lnTo>
                      <a:pt x="67" y="757"/>
                    </a:lnTo>
                    <a:lnTo>
                      <a:pt x="0" y="557"/>
                    </a:lnTo>
                    <a:lnTo>
                      <a:pt x="72" y="533"/>
                    </a:lnTo>
                    <a:close/>
                  </a:path>
                </a:pathLst>
              </a:custGeom>
              <a:solidFill>
                <a:srgbClr val="99FF9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" name="Freeform 218"/>
              <p:cNvSpPr>
                <a:spLocks/>
              </p:cNvSpPr>
              <p:nvPr/>
            </p:nvSpPr>
            <p:spPr bwMode="auto">
              <a:xfrm>
                <a:off x="3928" y="2816"/>
                <a:ext cx="254" cy="787"/>
              </a:xfrm>
              <a:custGeom>
                <a:avLst/>
                <a:gdLst>
                  <a:gd name="T0" fmla="*/ 0 w 509"/>
                  <a:gd name="T1" fmla="*/ 0 h 1576"/>
                  <a:gd name="T2" fmla="*/ 0 w 509"/>
                  <a:gd name="T3" fmla="*/ 0 h 1576"/>
                  <a:gd name="T4" fmla="*/ 0 w 509"/>
                  <a:gd name="T5" fmla="*/ 0 h 1576"/>
                  <a:gd name="T6" fmla="*/ 0 w 509"/>
                  <a:gd name="T7" fmla="*/ 0 h 1576"/>
                  <a:gd name="T8" fmla="*/ 0 w 509"/>
                  <a:gd name="T9" fmla="*/ 0 h 1576"/>
                  <a:gd name="T10" fmla="*/ 0 w 509"/>
                  <a:gd name="T11" fmla="*/ 0 h 1576"/>
                  <a:gd name="T12" fmla="*/ 0 w 509"/>
                  <a:gd name="T13" fmla="*/ 0 h 1576"/>
                  <a:gd name="T14" fmla="*/ 0 w 509"/>
                  <a:gd name="T15" fmla="*/ 0 h 1576"/>
                  <a:gd name="T16" fmla="*/ 0 w 509"/>
                  <a:gd name="T17" fmla="*/ 0 h 1576"/>
                  <a:gd name="T18" fmla="*/ 0 w 509"/>
                  <a:gd name="T19" fmla="*/ 0 h 1576"/>
                  <a:gd name="T20" fmla="*/ 0 w 509"/>
                  <a:gd name="T21" fmla="*/ 0 h 157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509"/>
                  <a:gd name="T34" fmla="*/ 0 h 1576"/>
                  <a:gd name="T35" fmla="*/ 509 w 509"/>
                  <a:gd name="T36" fmla="*/ 1576 h 157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509" h="1576">
                    <a:moveTo>
                      <a:pt x="0" y="26"/>
                    </a:moveTo>
                    <a:lnTo>
                      <a:pt x="158" y="0"/>
                    </a:lnTo>
                    <a:lnTo>
                      <a:pt x="509" y="181"/>
                    </a:lnTo>
                    <a:lnTo>
                      <a:pt x="472" y="259"/>
                    </a:lnTo>
                    <a:lnTo>
                      <a:pt x="426" y="811"/>
                    </a:lnTo>
                    <a:lnTo>
                      <a:pt x="458" y="1576"/>
                    </a:lnTo>
                    <a:lnTo>
                      <a:pt x="12" y="1552"/>
                    </a:lnTo>
                    <a:lnTo>
                      <a:pt x="55" y="964"/>
                    </a:lnTo>
                    <a:lnTo>
                      <a:pt x="67" y="27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8FC28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" name="Freeform 219"/>
              <p:cNvSpPr>
                <a:spLocks/>
              </p:cNvSpPr>
              <p:nvPr/>
            </p:nvSpPr>
            <p:spPr bwMode="auto">
              <a:xfrm>
                <a:off x="4050" y="2547"/>
                <a:ext cx="241" cy="250"/>
              </a:xfrm>
              <a:custGeom>
                <a:avLst/>
                <a:gdLst>
                  <a:gd name="T0" fmla="*/ 0 w 482"/>
                  <a:gd name="T1" fmla="*/ 1 h 499"/>
                  <a:gd name="T2" fmla="*/ 1 w 482"/>
                  <a:gd name="T3" fmla="*/ 1 h 499"/>
                  <a:gd name="T4" fmla="*/ 1 w 482"/>
                  <a:gd name="T5" fmla="*/ 1 h 499"/>
                  <a:gd name="T6" fmla="*/ 1 w 482"/>
                  <a:gd name="T7" fmla="*/ 1 h 499"/>
                  <a:gd name="T8" fmla="*/ 1 w 482"/>
                  <a:gd name="T9" fmla="*/ 1 h 499"/>
                  <a:gd name="T10" fmla="*/ 1 w 482"/>
                  <a:gd name="T11" fmla="*/ 1 h 499"/>
                  <a:gd name="T12" fmla="*/ 1 w 482"/>
                  <a:gd name="T13" fmla="*/ 1 h 499"/>
                  <a:gd name="T14" fmla="*/ 1 w 482"/>
                  <a:gd name="T15" fmla="*/ 0 h 499"/>
                  <a:gd name="T16" fmla="*/ 1 w 482"/>
                  <a:gd name="T17" fmla="*/ 1 h 499"/>
                  <a:gd name="T18" fmla="*/ 1 w 482"/>
                  <a:gd name="T19" fmla="*/ 1 h 499"/>
                  <a:gd name="T20" fmla="*/ 1 w 482"/>
                  <a:gd name="T21" fmla="*/ 1 h 499"/>
                  <a:gd name="T22" fmla="*/ 1 w 482"/>
                  <a:gd name="T23" fmla="*/ 1 h 499"/>
                  <a:gd name="T24" fmla="*/ 1 w 482"/>
                  <a:gd name="T25" fmla="*/ 1 h 499"/>
                  <a:gd name="T26" fmla="*/ 1 w 482"/>
                  <a:gd name="T27" fmla="*/ 1 h 499"/>
                  <a:gd name="T28" fmla="*/ 1 w 482"/>
                  <a:gd name="T29" fmla="*/ 1 h 499"/>
                  <a:gd name="T30" fmla="*/ 1 w 482"/>
                  <a:gd name="T31" fmla="*/ 1 h 499"/>
                  <a:gd name="T32" fmla="*/ 1 w 482"/>
                  <a:gd name="T33" fmla="*/ 1 h 499"/>
                  <a:gd name="T34" fmla="*/ 0 w 482"/>
                  <a:gd name="T35" fmla="*/ 1 h 499"/>
                  <a:gd name="T36" fmla="*/ 0 w 482"/>
                  <a:gd name="T37" fmla="*/ 1 h 499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482"/>
                  <a:gd name="T58" fmla="*/ 0 h 499"/>
                  <a:gd name="T59" fmla="*/ 482 w 482"/>
                  <a:gd name="T60" fmla="*/ 499 h 499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482" h="499">
                    <a:moveTo>
                      <a:pt x="0" y="440"/>
                    </a:moveTo>
                    <a:lnTo>
                      <a:pt x="46" y="410"/>
                    </a:lnTo>
                    <a:lnTo>
                      <a:pt x="24" y="345"/>
                    </a:lnTo>
                    <a:lnTo>
                      <a:pt x="118" y="277"/>
                    </a:lnTo>
                    <a:lnTo>
                      <a:pt x="225" y="116"/>
                    </a:lnTo>
                    <a:lnTo>
                      <a:pt x="272" y="54"/>
                    </a:lnTo>
                    <a:lnTo>
                      <a:pt x="322" y="56"/>
                    </a:lnTo>
                    <a:lnTo>
                      <a:pt x="356" y="0"/>
                    </a:lnTo>
                    <a:lnTo>
                      <a:pt x="459" y="35"/>
                    </a:lnTo>
                    <a:lnTo>
                      <a:pt x="444" y="70"/>
                    </a:lnTo>
                    <a:lnTo>
                      <a:pt x="482" y="99"/>
                    </a:lnTo>
                    <a:lnTo>
                      <a:pt x="408" y="191"/>
                    </a:lnTo>
                    <a:lnTo>
                      <a:pt x="333" y="288"/>
                    </a:lnTo>
                    <a:lnTo>
                      <a:pt x="219" y="464"/>
                    </a:lnTo>
                    <a:lnTo>
                      <a:pt x="172" y="464"/>
                    </a:lnTo>
                    <a:lnTo>
                      <a:pt x="129" y="499"/>
                    </a:lnTo>
                    <a:lnTo>
                      <a:pt x="61" y="461"/>
                    </a:lnTo>
                    <a:lnTo>
                      <a:pt x="0" y="440"/>
                    </a:lnTo>
                    <a:close/>
                  </a:path>
                </a:pathLst>
              </a:custGeom>
              <a:solidFill>
                <a:srgbClr val="8FC28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" name="Freeform 220"/>
              <p:cNvSpPr>
                <a:spLocks/>
              </p:cNvSpPr>
              <p:nvPr/>
            </p:nvSpPr>
            <p:spPr bwMode="auto">
              <a:xfrm>
                <a:off x="3888" y="2508"/>
                <a:ext cx="514" cy="384"/>
              </a:xfrm>
              <a:custGeom>
                <a:avLst/>
                <a:gdLst>
                  <a:gd name="T0" fmla="*/ 1 w 1027"/>
                  <a:gd name="T1" fmla="*/ 0 h 766"/>
                  <a:gd name="T2" fmla="*/ 1 w 1027"/>
                  <a:gd name="T3" fmla="*/ 1 h 766"/>
                  <a:gd name="T4" fmla="*/ 1 w 1027"/>
                  <a:gd name="T5" fmla="*/ 1 h 766"/>
                  <a:gd name="T6" fmla="*/ 0 w 1027"/>
                  <a:gd name="T7" fmla="*/ 1 h 766"/>
                  <a:gd name="T8" fmla="*/ 1 w 1027"/>
                  <a:gd name="T9" fmla="*/ 1 h 766"/>
                  <a:gd name="T10" fmla="*/ 1 w 1027"/>
                  <a:gd name="T11" fmla="*/ 1 h 766"/>
                  <a:gd name="T12" fmla="*/ 1 w 1027"/>
                  <a:gd name="T13" fmla="*/ 1 h 766"/>
                  <a:gd name="T14" fmla="*/ 1 w 1027"/>
                  <a:gd name="T15" fmla="*/ 1 h 766"/>
                  <a:gd name="T16" fmla="*/ 1 w 1027"/>
                  <a:gd name="T17" fmla="*/ 1 h 766"/>
                  <a:gd name="T18" fmla="*/ 1 w 1027"/>
                  <a:gd name="T19" fmla="*/ 1 h 766"/>
                  <a:gd name="T20" fmla="*/ 1 w 1027"/>
                  <a:gd name="T21" fmla="*/ 1 h 766"/>
                  <a:gd name="T22" fmla="*/ 1 w 1027"/>
                  <a:gd name="T23" fmla="*/ 1 h 766"/>
                  <a:gd name="T24" fmla="*/ 1 w 1027"/>
                  <a:gd name="T25" fmla="*/ 1 h 766"/>
                  <a:gd name="T26" fmla="*/ 1 w 1027"/>
                  <a:gd name="T27" fmla="*/ 1 h 766"/>
                  <a:gd name="T28" fmla="*/ 1 w 1027"/>
                  <a:gd name="T29" fmla="*/ 1 h 766"/>
                  <a:gd name="T30" fmla="*/ 1 w 1027"/>
                  <a:gd name="T31" fmla="*/ 1 h 766"/>
                  <a:gd name="T32" fmla="*/ 1 w 1027"/>
                  <a:gd name="T33" fmla="*/ 1 h 766"/>
                  <a:gd name="T34" fmla="*/ 1 w 1027"/>
                  <a:gd name="T35" fmla="*/ 1 h 766"/>
                  <a:gd name="T36" fmla="*/ 1 w 1027"/>
                  <a:gd name="T37" fmla="*/ 1 h 766"/>
                  <a:gd name="T38" fmla="*/ 1 w 1027"/>
                  <a:gd name="T39" fmla="*/ 1 h 766"/>
                  <a:gd name="T40" fmla="*/ 1 w 1027"/>
                  <a:gd name="T41" fmla="*/ 1 h 766"/>
                  <a:gd name="T42" fmla="*/ 1 w 1027"/>
                  <a:gd name="T43" fmla="*/ 0 h 766"/>
                  <a:gd name="T44" fmla="*/ 1 w 1027"/>
                  <a:gd name="T45" fmla="*/ 0 h 76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1027"/>
                  <a:gd name="T70" fmla="*/ 0 h 766"/>
                  <a:gd name="T71" fmla="*/ 1027 w 1027"/>
                  <a:gd name="T72" fmla="*/ 766 h 76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1027" h="766">
                    <a:moveTo>
                      <a:pt x="583" y="0"/>
                    </a:moveTo>
                    <a:lnTo>
                      <a:pt x="450" y="176"/>
                    </a:lnTo>
                    <a:lnTo>
                      <a:pt x="221" y="404"/>
                    </a:lnTo>
                    <a:lnTo>
                      <a:pt x="0" y="559"/>
                    </a:lnTo>
                    <a:lnTo>
                      <a:pt x="182" y="580"/>
                    </a:lnTo>
                    <a:lnTo>
                      <a:pt x="375" y="651"/>
                    </a:lnTo>
                    <a:lnTo>
                      <a:pt x="575" y="766"/>
                    </a:lnTo>
                    <a:lnTo>
                      <a:pt x="694" y="530"/>
                    </a:lnTo>
                    <a:lnTo>
                      <a:pt x="894" y="239"/>
                    </a:lnTo>
                    <a:lnTo>
                      <a:pt x="1027" y="90"/>
                    </a:lnTo>
                    <a:lnTo>
                      <a:pt x="900" y="28"/>
                    </a:lnTo>
                    <a:lnTo>
                      <a:pt x="627" y="5"/>
                    </a:lnTo>
                    <a:lnTo>
                      <a:pt x="870" y="54"/>
                    </a:lnTo>
                    <a:lnTo>
                      <a:pt x="966" y="104"/>
                    </a:lnTo>
                    <a:lnTo>
                      <a:pt x="876" y="178"/>
                    </a:lnTo>
                    <a:lnTo>
                      <a:pt x="683" y="461"/>
                    </a:lnTo>
                    <a:lnTo>
                      <a:pt x="544" y="684"/>
                    </a:lnTo>
                    <a:lnTo>
                      <a:pt x="276" y="559"/>
                    </a:lnTo>
                    <a:lnTo>
                      <a:pt x="121" y="537"/>
                    </a:lnTo>
                    <a:lnTo>
                      <a:pt x="307" y="379"/>
                    </a:lnTo>
                    <a:lnTo>
                      <a:pt x="504" y="164"/>
                    </a:lnTo>
                    <a:lnTo>
                      <a:pt x="58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" name="Freeform 221"/>
              <p:cNvSpPr>
                <a:spLocks/>
              </p:cNvSpPr>
              <p:nvPr/>
            </p:nvSpPr>
            <p:spPr bwMode="auto">
              <a:xfrm>
                <a:off x="3888" y="2553"/>
                <a:ext cx="514" cy="1074"/>
              </a:xfrm>
              <a:custGeom>
                <a:avLst/>
                <a:gdLst>
                  <a:gd name="T0" fmla="*/ 0 w 1027"/>
                  <a:gd name="T1" fmla="*/ 1 h 2148"/>
                  <a:gd name="T2" fmla="*/ 1 w 1027"/>
                  <a:gd name="T3" fmla="*/ 1 h 2148"/>
                  <a:gd name="T4" fmla="*/ 1 w 1027"/>
                  <a:gd name="T5" fmla="*/ 1 h 2148"/>
                  <a:gd name="T6" fmla="*/ 1 w 1027"/>
                  <a:gd name="T7" fmla="*/ 1 h 2148"/>
                  <a:gd name="T8" fmla="*/ 1 w 1027"/>
                  <a:gd name="T9" fmla="*/ 1 h 2148"/>
                  <a:gd name="T10" fmla="*/ 1 w 1027"/>
                  <a:gd name="T11" fmla="*/ 1 h 2148"/>
                  <a:gd name="T12" fmla="*/ 1 w 1027"/>
                  <a:gd name="T13" fmla="*/ 1 h 2148"/>
                  <a:gd name="T14" fmla="*/ 1 w 1027"/>
                  <a:gd name="T15" fmla="*/ 1 h 2148"/>
                  <a:gd name="T16" fmla="*/ 1 w 1027"/>
                  <a:gd name="T17" fmla="*/ 1 h 2148"/>
                  <a:gd name="T18" fmla="*/ 1 w 1027"/>
                  <a:gd name="T19" fmla="*/ 0 h 2148"/>
                  <a:gd name="T20" fmla="*/ 1 w 1027"/>
                  <a:gd name="T21" fmla="*/ 1 h 2148"/>
                  <a:gd name="T22" fmla="*/ 1 w 1027"/>
                  <a:gd name="T23" fmla="*/ 1 h 2148"/>
                  <a:gd name="T24" fmla="*/ 1 w 1027"/>
                  <a:gd name="T25" fmla="*/ 1 h 2148"/>
                  <a:gd name="T26" fmla="*/ 1 w 1027"/>
                  <a:gd name="T27" fmla="*/ 1 h 2148"/>
                  <a:gd name="T28" fmla="*/ 1 w 1027"/>
                  <a:gd name="T29" fmla="*/ 1 h 2148"/>
                  <a:gd name="T30" fmla="*/ 1 w 1027"/>
                  <a:gd name="T31" fmla="*/ 1 h 2148"/>
                  <a:gd name="T32" fmla="*/ 1 w 1027"/>
                  <a:gd name="T33" fmla="*/ 1 h 2148"/>
                  <a:gd name="T34" fmla="*/ 1 w 1027"/>
                  <a:gd name="T35" fmla="*/ 1 h 2148"/>
                  <a:gd name="T36" fmla="*/ 1 w 1027"/>
                  <a:gd name="T37" fmla="*/ 1 h 2148"/>
                  <a:gd name="T38" fmla="*/ 1 w 1027"/>
                  <a:gd name="T39" fmla="*/ 1 h 2148"/>
                  <a:gd name="T40" fmla="*/ 1 w 1027"/>
                  <a:gd name="T41" fmla="*/ 1 h 2148"/>
                  <a:gd name="T42" fmla="*/ 1 w 1027"/>
                  <a:gd name="T43" fmla="*/ 1 h 2148"/>
                  <a:gd name="T44" fmla="*/ 1 w 1027"/>
                  <a:gd name="T45" fmla="*/ 1 h 2148"/>
                  <a:gd name="T46" fmla="*/ 1 w 1027"/>
                  <a:gd name="T47" fmla="*/ 1 h 2148"/>
                  <a:gd name="T48" fmla="*/ 1 w 1027"/>
                  <a:gd name="T49" fmla="*/ 1 h 2148"/>
                  <a:gd name="T50" fmla="*/ 1 w 1027"/>
                  <a:gd name="T51" fmla="*/ 1 h 2148"/>
                  <a:gd name="T52" fmla="*/ 1 w 1027"/>
                  <a:gd name="T53" fmla="*/ 1 h 2148"/>
                  <a:gd name="T54" fmla="*/ 1 w 1027"/>
                  <a:gd name="T55" fmla="*/ 1 h 2148"/>
                  <a:gd name="T56" fmla="*/ 1 w 1027"/>
                  <a:gd name="T57" fmla="*/ 1 h 2148"/>
                  <a:gd name="T58" fmla="*/ 1 w 1027"/>
                  <a:gd name="T59" fmla="*/ 1 h 2148"/>
                  <a:gd name="T60" fmla="*/ 1 w 1027"/>
                  <a:gd name="T61" fmla="*/ 1 h 2148"/>
                  <a:gd name="T62" fmla="*/ 1 w 1027"/>
                  <a:gd name="T63" fmla="*/ 1 h 2148"/>
                  <a:gd name="T64" fmla="*/ 1 w 1027"/>
                  <a:gd name="T65" fmla="*/ 1 h 2148"/>
                  <a:gd name="T66" fmla="*/ 1 w 1027"/>
                  <a:gd name="T67" fmla="*/ 1 h 2148"/>
                  <a:gd name="T68" fmla="*/ 1 w 1027"/>
                  <a:gd name="T69" fmla="*/ 1 h 2148"/>
                  <a:gd name="T70" fmla="*/ 1 w 1027"/>
                  <a:gd name="T71" fmla="*/ 1 h 2148"/>
                  <a:gd name="T72" fmla="*/ 1 w 1027"/>
                  <a:gd name="T73" fmla="*/ 1 h 2148"/>
                  <a:gd name="T74" fmla="*/ 1 w 1027"/>
                  <a:gd name="T75" fmla="*/ 1 h 2148"/>
                  <a:gd name="T76" fmla="*/ 1 w 1027"/>
                  <a:gd name="T77" fmla="*/ 1 h 2148"/>
                  <a:gd name="T78" fmla="*/ 1 w 1027"/>
                  <a:gd name="T79" fmla="*/ 1 h 2148"/>
                  <a:gd name="T80" fmla="*/ 1 w 1027"/>
                  <a:gd name="T81" fmla="*/ 1 h 2148"/>
                  <a:gd name="T82" fmla="*/ 1 w 1027"/>
                  <a:gd name="T83" fmla="*/ 1 h 2148"/>
                  <a:gd name="T84" fmla="*/ 1 w 1027"/>
                  <a:gd name="T85" fmla="*/ 1 h 2148"/>
                  <a:gd name="T86" fmla="*/ 1 w 1027"/>
                  <a:gd name="T87" fmla="*/ 1 h 2148"/>
                  <a:gd name="T88" fmla="*/ 1 w 1027"/>
                  <a:gd name="T89" fmla="*/ 1 h 2148"/>
                  <a:gd name="T90" fmla="*/ 1 w 1027"/>
                  <a:gd name="T91" fmla="*/ 1 h 2148"/>
                  <a:gd name="T92" fmla="*/ 1 w 1027"/>
                  <a:gd name="T93" fmla="*/ 1 h 2148"/>
                  <a:gd name="T94" fmla="*/ 1 w 1027"/>
                  <a:gd name="T95" fmla="*/ 1 h 2148"/>
                  <a:gd name="T96" fmla="*/ 1 w 1027"/>
                  <a:gd name="T97" fmla="*/ 1 h 2148"/>
                  <a:gd name="T98" fmla="*/ 1 w 1027"/>
                  <a:gd name="T99" fmla="*/ 1 h 2148"/>
                  <a:gd name="T100" fmla="*/ 1 w 1027"/>
                  <a:gd name="T101" fmla="*/ 1 h 2148"/>
                  <a:gd name="T102" fmla="*/ 1 w 1027"/>
                  <a:gd name="T103" fmla="*/ 1 h 2148"/>
                  <a:gd name="T104" fmla="*/ 1 w 1027"/>
                  <a:gd name="T105" fmla="*/ 1 h 2148"/>
                  <a:gd name="T106" fmla="*/ 1 w 1027"/>
                  <a:gd name="T107" fmla="*/ 1 h 2148"/>
                  <a:gd name="T108" fmla="*/ 1 w 1027"/>
                  <a:gd name="T109" fmla="*/ 1 h 2148"/>
                  <a:gd name="T110" fmla="*/ 1 w 1027"/>
                  <a:gd name="T111" fmla="*/ 1 h 2148"/>
                  <a:gd name="T112" fmla="*/ 1 w 1027"/>
                  <a:gd name="T113" fmla="*/ 1 h 2148"/>
                  <a:gd name="T114" fmla="*/ 0 w 1027"/>
                  <a:gd name="T115" fmla="*/ 1 h 2148"/>
                  <a:gd name="T116" fmla="*/ 0 w 1027"/>
                  <a:gd name="T117" fmla="*/ 1 h 2148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w 1027"/>
                  <a:gd name="T178" fmla="*/ 0 h 2148"/>
                  <a:gd name="T179" fmla="*/ 1027 w 1027"/>
                  <a:gd name="T180" fmla="*/ 2148 h 2148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T177" t="T178" r="T179" b="T180"/>
                <a:pathLst>
                  <a:path w="1027" h="2148">
                    <a:moveTo>
                      <a:pt x="0" y="469"/>
                    </a:moveTo>
                    <a:lnTo>
                      <a:pt x="59" y="795"/>
                    </a:lnTo>
                    <a:lnTo>
                      <a:pt x="56" y="1570"/>
                    </a:lnTo>
                    <a:lnTo>
                      <a:pt x="68" y="1857"/>
                    </a:lnTo>
                    <a:lnTo>
                      <a:pt x="48" y="2108"/>
                    </a:lnTo>
                    <a:lnTo>
                      <a:pt x="590" y="2148"/>
                    </a:lnTo>
                    <a:lnTo>
                      <a:pt x="960" y="2100"/>
                    </a:lnTo>
                    <a:lnTo>
                      <a:pt x="960" y="925"/>
                    </a:lnTo>
                    <a:lnTo>
                      <a:pt x="987" y="150"/>
                    </a:lnTo>
                    <a:lnTo>
                      <a:pt x="1027" y="0"/>
                    </a:lnTo>
                    <a:lnTo>
                      <a:pt x="885" y="118"/>
                    </a:lnTo>
                    <a:lnTo>
                      <a:pt x="932" y="185"/>
                    </a:lnTo>
                    <a:lnTo>
                      <a:pt x="853" y="311"/>
                    </a:lnTo>
                    <a:lnTo>
                      <a:pt x="905" y="374"/>
                    </a:lnTo>
                    <a:lnTo>
                      <a:pt x="803" y="493"/>
                    </a:lnTo>
                    <a:lnTo>
                      <a:pt x="893" y="515"/>
                    </a:lnTo>
                    <a:lnTo>
                      <a:pt x="740" y="713"/>
                    </a:lnTo>
                    <a:lnTo>
                      <a:pt x="850" y="780"/>
                    </a:lnTo>
                    <a:lnTo>
                      <a:pt x="716" y="905"/>
                    </a:lnTo>
                    <a:lnTo>
                      <a:pt x="865" y="964"/>
                    </a:lnTo>
                    <a:lnTo>
                      <a:pt x="724" y="1098"/>
                    </a:lnTo>
                    <a:lnTo>
                      <a:pt x="889" y="1117"/>
                    </a:lnTo>
                    <a:lnTo>
                      <a:pt x="747" y="1236"/>
                    </a:lnTo>
                    <a:lnTo>
                      <a:pt x="865" y="1279"/>
                    </a:lnTo>
                    <a:lnTo>
                      <a:pt x="708" y="1397"/>
                    </a:lnTo>
                    <a:lnTo>
                      <a:pt x="846" y="1448"/>
                    </a:lnTo>
                    <a:lnTo>
                      <a:pt x="708" y="1574"/>
                    </a:lnTo>
                    <a:lnTo>
                      <a:pt x="877" y="1629"/>
                    </a:lnTo>
                    <a:lnTo>
                      <a:pt x="704" y="1790"/>
                    </a:lnTo>
                    <a:lnTo>
                      <a:pt x="877" y="1814"/>
                    </a:lnTo>
                    <a:lnTo>
                      <a:pt x="736" y="1896"/>
                    </a:lnTo>
                    <a:lnTo>
                      <a:pt x="881" y="1955"/>
                    </a:lnTo>
                    <a:lnTo>
                      <a:pt x="626" y="2062"/>
                    </a:lnTo>
                    <a:lnTo>
                      <a:pt x="559" y="2038"/>
                    </a:lnTo>
                    <a:lnTo>
                      <a:pt x="547" y="838"/>
                    </a:lnTo>
                    <a:lnTo>
                      <a:pt x="587" y="705"/>
                    </a:lnTo>
                    <a:lnTo>
                      <a:pt x="311" y="791"/>
                    </a:lnTo>
                    <a:lnTo>
                      <a:pt x="437" y="897"/>
                    </a:lnTo>
                    <a:lnTo>
                      <a:pt x="272" y="1011"/>
                    </a:lnTo>
                    <a:lnTo>
                      <a:pt x="425" y="1113"/>
                    </a:lnTo>
                    <a:lnTo>
                      <a:pt x="292" y="1196"/>
                    </a:lnTo>
                    <a:lnTo>
                      <a:pt x="456" y="1322"/>
                    </a:lnTo>
                    <a:lnTo>
                      <a:pt x="288" y="1397"/>
                    </a:lnTo>
                    <a:lnTo>
                      <a:pt x="434" y="1542"/>
                    </a:lnTo>
                    <a:lnTo>
                      <a:pt x="272" y="1594"/>
                    </a:lnTo>
                    <a:lnTo>
                      <a:pt x="437" y="1708"/>
                    </a:lnTo>
                    <a:lnTo>
                      <a:pt x="272" y="1723"/>
                    </a:lnTo>
                    <a:lnTo>
                      <a:pt x="453" y="1888"/>
                    </a:lnTo>
                    <a:lnTo>
                      <a:pt x="300" y="1916"/>
                    </a:lnTo>
                    <a:lnTo>
                      <a:pt x="449" y="2054"/>
                    </a:lnTo>
                    <a:lnTo>
                      <a:pt x="123" y="2046"/>
                    </a:lnTo>
                    <a:lnTo>
                      <a:pt x="107" y="1849"/>
                    </a:lnTo>
                    <a:lnTo>
                      <a:pt x="104" y="1400"/>
                    </a:lnTo>
                    <a:lnTo>
                      <a:pt x="107" y="811"/>
                    </a:lnTo>
                    <a:lnTo>
                      <a:pt x="56" y="519"/>
                    </a:lnTo>
                    <a:lnTo>
                      <a:pt x="205" y="493"/>
                    </a:lnTo>
                    <a:lnTo>
                      <a:pt x="72" y="452"/>
                    </a:lnTo>
                    <a:lnTo>
                      <a:pt x="0" y="46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" name="Freeform 222"/>
              <p:cNvSpPr>
                <a:spLocks/>
              </p:cNvSpPr>
              <p:nvPr/>
            </p:nvSpPr>
            <p:spPr bwMode="auto">
              <a:xfrm>
                <a:off x="4022" y="2557"/>
                <a:ext cx="197" cy="215"/>
              </a:xfrm>
              <a:custGeom>
                <a:avLst/>
                <a:gdLst>
                  <a:gd name="T0" fmla="*/ 1 w 394"/>
                  <a:gd name="T1" fmla="*/ 0 h 430"/>
                  <a:gd name="T2" fmla="*/ 1 w 394"/>
                  <a:gd name="T3" fmla="*/ 1 h 430"/>
                  <a:gd name="T4" fmla="*/ 1 w 394"/>
                  <a:gd name="T5" fmla="*/ 1 h 430"/>
                  <a:gd name="T6" fmla="*/ 1 w 394"/>
                  <a:gd name="T7" fmla="*/ 1 h 430"/>
                  <a:gd name="T8" fmla="*/ 1 w 394"/>
                  <a:gd name="T9" fmla="*/ 1 h 430"/>
                  <a:gd name="T10" fmla="*/ 1 w 394"/>
                  <a:gd name="T11" fmla="*/ 1 h 430"/>
                  <a:gd name="T12" fmla="*/ 0 w 394"/>
                  <a:gd name="T13" fmla="*/ 1 h 430"/>
                  <a:gd name="T14" fmla="*/ 1 w 394"/>
                  <a:gd name="T15" fmla="*/ 1 h 430"/>
                  <a:gd name="T16" fmla="*/ 1 w 394"/>
                  <a:gd name="T17" fmla="*/ 1 h 430"/>
                  <a:gd name="T18" fmla="*/ 1 w 394"/>
                  <a:gd name="T19" fmla="*/ 1 h 430"/>
                  <a:gd name="T20" fmla="*/ 1 w 394"/>
                  <a:gd name="T21" fmla="*/ 1 h 430"/>
                  <a:gd name="T22" fmla="*/ 1 w 394"/>
                  <a:gd name="T23" fmla="*/ 1 h 430"/>
                  <a:gd name="T24" fmla="*/ 1 w 394"/>
                  <a:gd name="T25" fmla="*/ 1 h 430"/>
                  <a:gd name="T26" fmla="*/ 1 w 394"/>
                  <a:gd name="T27" fmla="*/ 1 h 430"/>
                  <a:gd name="T28" fmla="*/ 1 w 394"/>
                  <a:gd name="T29" fmla="*/ 1 h 430"/>
                  <a:gd name="T30" fmla="*/ 1 w 394"/>
                  <a:gd name="T31" fmla="*/ 1 h 430"/>
                  <a:gd name="T32" fmla="*/ 1 w 394"/>
                  <a:gd name="T33" fmla="*/ 1 h 430"/>
                  <a:gd name="T34" fmla="*/ 1 w 394"/>
                  <a:gd name="T35" fmla="*/ 0 h 430"/>
                  <a:gd name="T36" fmla="*/ 1 w 394"/>
                  <a:gd name="T37" fmla="*/ 0 h 43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394"/>
                  <a:gd name="T58" fmla="*/ 0 h 430"/>
                  <a:gd name="T59" fmla="*/ 394 w 394"/>
                  <a:gd name="T60" fmla="*/ 430 h 430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394" h="430">
                    <a:moveTo>
                      <a:pt x="321" y="0"/>
                    </a:moveTo>
                    <a:lnTo>
                      <a:pt x="301" y="56"/>
                    </a:lnTo>
                    <a:lnTo>
                      <a:pt x="182" y="229"/>
                    </a:lnTo>
                    <a:lnTo>
                      <a:pt x="39" y="340"/>
                    </a:lnTo>
                    <a:lnTo>
                      <a:pt x="78" y="366"/>
                    </a:lnTo>
                    <a:lnTo>
                      <a:pt x="76" y="387"/>
                    </a:lnTo>
                    <a:lnTo>
                      <a:pt x="0" y="419"/>
                    </a:lnTo>
                    <a:lnTo>
                      <a:pt x="68" y="430"/>
                    </a:lnTo>
                    <a:lnTo>
                      <a:pt x="121" y="395"/>
                    </a:lnTo>
                    <a:lnTo>
                      <a:pt x="117" y="352"/>
                    </a:lnTo>
                    <a:lnTo>
                      <a:pt x="103" y="330"/>
                    </a:lnTo>
                    <a:lnTo>
                      <a:pt x="189" y="268"/>
                    </a:lnTo>
                    <a:lnTo>
                      <a:pt x="280" y="129"/>
                    </a:lnTo>
                    <a:lnTo>
                      <a:pt x="328" y="48"/>
                    </a:lnTo>
                    <a:lnTo>
                      <a:pt x="353" y="53"/>
                    </a:lnTo>
                    <a:lnTo>
                      <a:pt x="394" y="41"/>
                    </a:lnTo>
                    <a:lnTo>
                      <a:pt x="347" y="36"/>
                    </a:lnTo>
                    <a:lnTo>
                      <a:pt x="32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" name="Freeform 223"/>
              <p:cNvSpPr>
                <a:spLocks/>
              </p:cNvSpPr>
              <p:nvPr/>
            </p:nvSpPr>
            <p:spPr bwMode="auto">
              <a:xfrm>
                <a:off x="4013" y="2538"/>
                <a:ext cx="300" cy="277"/>
              </a:xfrm>
              <a:custGeom>
                <a:avLst/>
                <a:gdLst>
                  <a:gd name="T0" fmla="*/ 1 w 599"/>
                  <a:gd name="T1" fmla="*/ 1 h 554"/>
                  <a:gd name="T2" fmla="*/ 1 w 599"/>
                  <a:gd name="T3" fmla="*/ 1 h 554"/>
                  <a:gd name="T4" fmla="*/ 1 w 599"/>
                  <a:gd name="T5" fmla="*/ 1 h 554"/>
                  <a:gd name="T6" fmla="*/ 1 w 599"/>
                  <a:gd name="T7" fmla="*/ 0 h 554"/>
                  <a:gd name="T8" fmla="*/ 1 w 599"/>
                  <a:gd name="T9" fmla="*/ 1 h 554"/>
                  <a:gd name="T10" fmla="*/ 1 w 599"/>
                  <a:gd name="T11" fmla="*/ 1 h 554"/>
                  <a:gd name="T12" fmla="*/ 1 w 599"/>
                  <a:gd name="T13" fmla="*/ 1 h 554"/>
                  <a:gd name="T14" fmla="*/ 1 w 599"/>
                  <a:gd name="T15" fmla="*/ 1 h 554"/>
                  <a:gd name="T16" fmla="*/ 1 w 599"/>
                  <a:gd name="T17" fmla="*/ 1 h 554"/>
                  <a:gd name="T18" fmla="*/ 1 w 599"/>
                  <a:gd name="T19" fmla="*/ 1 h 554"/>
                  <a:gd name="T20" fmla="*/ 1 w 599"/>
                  <a:gd name="T21" fmla="*/ 1 h 554"/>
                  <a:gd name="T22" fmla="*/ 1 w 599"/>
                  <a:gd name="T23" fmla="*/ 1 h 554"/>
                  <a:gd name="T24" fmla="*/ 1 w 599"/>
                  <a:gd name="T25" fmla="*/ 1 h 554"/>
                  <a:gd name="T26" fmla="*/ 1 w 599"/>
                  <a:gd name="T27" fmla="*/ 1 h 554"/>
                  <a:gd name="T28" fmla="*/ 0 w 599"/>
                  <a:gd name="T29" fmla="*/ 1 h 554"/>
                  <a:gd name="T30" fmla="*/ 1 w 599"/>
                  <a:gd name="T31" fmla="*/ 1 h 554"/>
                  <a:gd name="T32" fmla="*/ 1 w 599"/>
                  <a:gd name="T33" fmla="*/ 1 h 554"/>
                  <a:gd name="T34" fmla="*/ 1 w 599"/>
                  <a:gd name="T35" fmla="*/ 1 h 554"/>
                  <a:gd name="T36" fmla="*/ 1 w 599"/>
                  <a:gd name="T37" fmla="*/ 1 h 554"/>
                  <a:gd name="T38" fmla="*/ 1 w 599"/>
                  <a:gd name="T39" fmla="*/ 1 h 554"/>
                  <a:gd name="T40" fmla="*/ 1 w 599"/>
                  <a:gd name="T41" fmla="*/ 1 h 554"/>
                  <a:gd name="T42" fmla="*/ 1 w 599"/>
                  <a:gd name="T43" fmla="*/ 1 h 554"/>
                  <a:gd name="T44" fmla="*/ 1 w 599"/>
                  <a:gd name="T45" fmla="*/ 1 h 554"/>
                  <a:gd name="T46" fmla="*/ 1 w 599"/>
                  <a:gd name="T47" fmla="*/ 1 h 554"/>
                  <a:gd name="T48" fmla="*/ 1 w 599"/>
                  <a:gd name="T49" fmla="*/ 1 h 554"/>
                  <a:gd name="T50" fmla="*/ 1 w 599"/>
                  <a:gd name="T51" fmla="*/ 1 h 554"/>
                  <a:gd name="T52" fmla="*/ 1 w 599"/>
                  <a:gd name="T53" fmla="*/ 1 h 554"/>
                  <a:gd name="T54" fmla="*/ 1 w 599"/>
                  <a:gd name="T55" fmla="*/ 1 h 554"/>
                  <a:gd name="T56" fmla="*/ 1 w 599"/>
                  <a:gd name="T57" fmla="*/ 1 h 554"/>
                  <a:gd name="T58" fmla="*/ 1 w 599"/>
                  <a:gd name="T59" fmla="*/ 1 h 554"/>
                  <a:gd name="T60" fmla="*/ 1 w 599"/>
                  <a:gd name="T61" fmla="*/ 1 h 554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599"/>
                  <a:gd name="T94" fmla="*/ 0 h 554"/>
                  <a:gd name="T95" fmla="*/ 599 w 599"/>
                  <a:gd name="T96" fmla="*/ 554 h 554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599" h="554">
                    <a:moveTo>
                      <a:pt x="339" y="38"/>
                    </a:moveTo>
                    <a:lnTo>
                      <a:pt x="377" y="53"/>
                    </a:lnTo>
                    <a:lnTo>
                      <a:pt x="405" y="37"/>
                    </a:lnTo>
                    <a:lnTo>
                      <a:pt x="408" y="0"/>
                    </a:lnTo>
                    <a:lnTo>
                      <a:pt x="554" y="42"/>
                    </a:lnTo>
                    <a:lnTo>
                      <a:pt x="544" y="67"/>
                    </a:lnTo>
                    <a:lnTo>
                      <a:pt x="549" y="94"/>
                    </a:lnTo>
                    <a:lnTo>
                      <a:pt x="599" y="112"/>
                    </a:lnTo>
                    <a:lnTo>
                      <a:pt x="475" y="232"/>
                    </a:lnTo>
                    <a:lnTo>
                      <a:pt x="311" y="507"/>
                    </a:lnTo>
                    <a:lnTo>
                      <a:pt x="254" y="493"/>
                    </a:lnTo>
                    <a:lnTo>
                      <a:pt x="219" y="521"/>
                    </a:lnTo>
                    <a:lnTo>
                      <a:pt x="215" y="554"/>
                    </a:lnTo>
                    <a:lnTo>
                      <a:pt x="150" y="503"/>
                    </a:lnTo>
                    <a:lnTo>
                      <a:pt x="0" y="460"/>
                    </a:lnTo>
                    <a:lnTo>
                      <a:pt x="53" y="447"/>
                    </a:lnTo>
                    <a:lnTo>
                      <a:pt x="139" y="460"/>
                    </a:lnTo>
                    <a:lnTo>
                      <a:pt x="200" y="497"/>
                    </a:lnTo>
                    <a:lnTo>
                      <a:pt x="219" y="464"/>
                    </a:lnTo>
                    <a:lnTo>
                      <a:pt x="250" y="450"/>
                    </a:lnTo>
                    <a:lnTo>
                      <a:pt x="297" y="457"/>
                    </a:lnTo>
                    <a:lnTo>
                      <a:pt x="358" y="361"/>
                    </a:lnTo>
                    <a:lnTo>
                      <a:pt x="462" y="199"/>
                    </a:lnTo>
                    <a:lnTo>
                      <a:pt x="539" y="124"/>
                    </a:lnTo>
                    <a:lnTo>
                      <a:pt x="508" y="106"/>
                    </a:lnTo>
                    <a:lnTo>
                      <a:pt x="515" y="60"/>
                    </a:lnTo>
                    <a:lnTo>
                      <a:pt x="436" y="32"/>
                    </a:lnTo>
                    <a:lnTo>
                      <a:pt x="412" y="79"/>
                    </a:lnTo>
                    <a:lnTo>
                      <a:pt x="371" y="91"/>
                    </a:lnTo>
                    <a:lnTo>
                      <a:pt x="339" y="3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" name="Freeform 224"/>
              <p:cNvSpPr>
                <a:spLocks/>
              </p:cNvSpPr>
              <p:nvPr/>
            </p:nvSpPr>
            <p:spPr bwMode="auto">
              <a:xfrm>
                <a:off x="4136" y="2667"/>
                <a:ext cx="63" cy="39"/>
              </a:xfrm>
              <a:custGeom>
                <a:avLst/>
                <a:gdLst>
                  <a:gd name="T0" fmla="*/ 0 w 127"/>
                  <a:gd name="T1" fmla="*/ 0 h 79"/>
                  <a:gd name="T2" fmla="*/ 0 w 127"/>
                  <a:gd name="T3" fmla="*/ 0 h 79"/>
                  <a:gd name="T4" fmla="*/ 0 w 127"/>
                  <a:gd name="T5" fmla="*/ 0 h 79"/>
                  <a:gd name="T6" fmla="*/ 0 w 127"/>
                  <a:gd name="T7" fmla="*/ 0 h 79"/>
                  <a:gd name="T8" fmla="*/ 0 w 127"/>
                  <a:gd name="T9" fmla="*/ 0 h 79"/>
                  <a:gd name="T10" fmla="*/ 0 w 127"/>
                  <a:gd name="T11" fmla="*/ 0 h 79"/>
                  <a:gd name="T12" fmla="*/ 0 w 127"/>
                  <a:gd name="T13" fmla="*/ 0 h 79"/>
                  <a:gd name="T14" fmla="*/ 0 w 127"/>
                  <a:gd name="T15" fmla="*/ 0 h 79"/>
                  <a:gd name="T16" fmla="*/ 0 w 127"/>
                  <a:gd name="T17" fmla="*/ 0 h 79"/>
                  <a:gd name="T18" fmla="*/ 0 w 127"/>
                  <a:gd name="T19" fmla="*/ 0 h 79"/>
                  <a:gd name="T20" fmla="*/ 0 w 127"/>
                  <a:gd name="T21" fmla="*/ 0 h 7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27"/>
                  <a:gd name="T34" fmla="*/ 0 h 79"/>
                  <a:gd name="T35" fmla="*/ 127 w 127"/>
                  <a:gd name="T36" fmla="*/ 79 h 79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27" h="79">
                    <a:moveTo>
                      <a:pt x="13" y="0"/>
                    </a:moveTo>
                    <a:lnTo>
                      <a:pt x="21" y="29"/>
                    </a:lnTo>
                    <a:lnTo>
                      <a:pt x="61" y="52"/>
                    </a:lnTo>
                    <a:lnTo>
                      <a:pt x="90" y="56"/>
                    </a:lnTo>
                    <a:lnTo>
                      <a:pt x="127" y="42"/>
                    </a:lnTo>
                    <a:lnTo>
                      <a:pt x="98" y="79"/>
                    </a:lnTo>
                    <a:lnTo>
                      <a:pt x="40" y="79"/>
                    </a:lnTo>
                    <a:lnTo>
                      <a:pt x="8" y="55"/>
                    </a:lnTo>
                    <a:lnTo>
                      <a:pt x="0" y="24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" name="Freeform 225"/>
              <p:cNvSpPr>
                <a:spLocks/>
              </p:cNvSpPr>
              <p:nvPr/>
            </p:nvSpPr>
            <p:spPr bwMode="auto">
              <a:xfrm>
                <a:off x="4160" y="2623"/>
                <a:ext cx="69" cy="35"/>
              </a:xfrm>
              <a:custGeom>
                <a:avLst/>
                <a:gdLst>
                  <a:gd name="T0" fmla="*/ 0 w 138"/>
                  <a:gd name="T1" fmla="*/ 0 h 71"/>
                  <a:gd name="T2" fmla="*/ 1 w 138"/>
                  <a:gd name="T3" fmla="*/ 0 h 71"/>
                  <a:gd name="T4" fmla="*/ 1 w 138"/>
                  <a:gd name="T5" fmla="*/ 0 h 71"/>
                  <a:gd name="T6" fmla="*/ 1 w 138"/>
                  <a:gd name="T7" fmla="*/ 0 h 71"/>
                  <a:gd name="T8" fmla="*/ 1 w 138"/>
                  <a:gd name="T9" fmla="*/ 0 h 71"/>
                  <a:gd name="T10" fmla="*/ 1 w 138"/>
                  <a:gd name="T11" fmla="*/ 0 h 71"/>
                  <a:gd name="T12" fmla="*/ 1 w 138"/>
                  <a:gd name="T13" fmla="*/ 0 h 71"/>
                  <a:gd name="T14" fmla="*/ 1 w 138"/>
                  <a:gd name="T15" fmla="*/ 0 h 71"/>
                  <a:gd name="T16" fmla="*/ 1 w 138"/>
                  <a:gd name="T17" fmla="*/ 0 h 71"/>
                  <a:gd name="T18" fmla="*/ 1 w 138"/>
                  <a:gd name="T19" fmla="*/ 0 h 71"/>
                  <a:gd name="T20" fmla="*/ 1 w 138"/>
                  <a:gd name="T21" fmla="*/ 0 h 71"/>
                  <a:gd name="T22" fmla="*/ 0 w 138"/>
                  <a:gd name="T23" fmla="*/ 0 h 71"/>
                  <a:gd name="T24" fmla="*/ 0 w 138"/>
                  <a:gd name="T25" fmla="*/ 0 h 7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38"/>
                  <a:gd name="T40" fmla="*/ 0 h 71"/>
                  <a:gd name="T41" fmla="*/ 138 w 138"/>
                  <a:gd name="T42" fmla="*/ 71 h 71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38" h="71">
                    <a:moveTo>
                      <a:pt x="0" y="38"/>
                    </a:moveTo>
                    <a:lnTo>
                      <a:pt x="29" y="24"/>
                    </a:lnTo>
                    <a:lnTo>
                      <a:pt x="65" y="24"/>
                    </a:lnTo>
                    <a:lnTo>
                      <a:pt x="90" y="31"/>
                    </a:lnTo>
                    <a:lnTo>
                      <a:pt x="110" y="44"/>
                    </a:lnTo>
                    <a:lnTo>
                      <a:pt x="117" y="71"/>
                    </a:lnTo>
                    <a:lnTo>
                      <a:pt x="138" y="48"/>
                    </a:lnTo>
                    <a:lnTo>
                      <a:pt x="120" y="28"/>
                    </a:lnTo>
                    <a:lnTo>
                      <a:pt x="78" y="0"/>
                    </a:lnTo>
                    <a:lnTo>
                      <a:pt x="37" y="0"/>
                    </a:lnTo>
                    <a:lnTo>
                      <a:pt x="19" y="6"/>
                    </a:lnTo>
                    <a:lnTo>
                      <a:pt x="0" y="3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4" name="AutoShape 226"/>
            <p:cNvSpPr>
              <a:spLocks noChangeArrowheads="1"/>
            </p:cNvSpPr>
            <p:nvPr/>
          </p:nvSpPr>
          <p:spPr bwMode="auto">
            <a:xfrm rot="1437654">
              <a:off x="7010400" y="4191000"/>
              <a:ext cx="304800" cy="1295400"/>
            </a:xfrm>
            <a:prstGeom prst="curvedLeftArrow">
              <a:avLst>
                <a:gd name="adj1" fmla="val 82737"/>
                <a:gd name="adj2" fmla="val 167737"/>
                <a:gd name="adj3" fmla="val 40417"/>
              </a:avLst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761479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BDFEBB7-3AEF-4DC4-97D9-42F10706E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22583"/>
          </a:xfrm>
        </p:spPr>
        <p:txBody>
          <a:bodyPr>
            <a:noAutofit/>
          </a:bodyPr>
          <a:lstStyle/>
          <a:p>
            <a:r>
              <a:rPr lang="en-IN" sz="2800" dirty="0"/>
              <a:t>Difference between Structured and Object Oriented Approach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5CA6A-8E77-4BF2-9DCD-2001DC0FBB4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96DB79F-FCFB-4D85-9918-43115AD8F6A4}" type="slidenum">
              <a:rPr lang="en-IN" altLang="en-US" smtClean="0"/>
              <a:pPr>
                <a:defRPr/>
              </a:pPr>
              <a:t>20</a:t>
            </a:fld>
            <a:endParaRPr lang="en-IN" altLang="en-US"/>
          </a:p>
        </p:txBody>
      </p:sp>
      <p:pic>
        <p:nvPicPr>
          <p:cNvPr id="8" name="Content Placeholder 7" descr="structured-vs-object-oriented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 t="25672" b="12343"/>
          <a:stretch>
            <a:fillRect/>
          </a:stretch>
        </p:blipFill>
        <p:spPr>
          <a:xfrm>
            <a:off x="838200" y="1459675"/>
            <a:ext cx="7620000" cy="3984771"/>
          </a:xfrm>
        </p:spPr>
      </p:pic>
      <p:sp>
        <p:nvSpPr>
          <p:cNvPr id="7" name="Rectangle 6"/>
          <p:cNvSpPr/>
          <p:nvPr/>
        </p:nvSpPr>
        <p:spPr>
          <a:xfrm>
            <a:off x="1219200" y="1433363"/>
            <a:ext cx="3048000" cy="381000"/>
          </a:xfrm>
          <a:prstGeom prst="rect">
            <a:avLst/>
          </a:prstGeom>
          <a:solidFill>
            <a:srgbClr val="A50021">
              <a:alpha val="9020"/>
            </a:srgbClr>
          </a:solidFill>
          <a:ln>
            <a:solidFill>
              <a:srgbClr val="A5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648200" y="1411184"/>
            <a:ext cx="3581400" cy="381000"/>
          </a:xfrm>
          <a:prstGeom prst="rect">
            <a:avLst/>
          </a:prstGeom>
          <a:solidFill>
            <a:srgbClr val="A50021">
              <a:alpha val="9020"/>
            </a:srgbClr>
          </a:solidFill>
          <a:ln>
            <a:solidFill>
              <a:srgbClr val="A5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066800" y="5486400"/>
          <a:ext cx="7772400" cy="3111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662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061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l">
                        <a:lnSpc>
                          <a:spcPts val="1970"/>
                        </a:lnSpc>
                        <a:spcAft>
                          <a:spcPts val="0"/>
                        </a:spcAft>
                        <a:buFont typeface="Arial" pitchFamily="34" charset="0"/>
                        <a:buNone/>
                      </a:pPr>
                      <a:r>
                        <a:rPr lang="en-US" sz="1800" b="1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E.g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: C, VB, FORTRAN, Pascal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0" marR="95250" marT="28575" marB="28575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70"/>
                        </a:lnSpc>
                        <a:spcAft>
                          <a:spcPts val="0"/>
                        </a:spcAft>
                        <a:buFont typeface="Arial" pitchFamily="34" charset="0"/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E.g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: C++, JAVA, VB.NET, C#.NET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0" marR="95250" marT="28575" marB="2857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10F6D0CE-52C5-47D2-8252-7FAEB789DE68}"/>
              </a:ext>
            </a:extLst>
          </p:cNvPr>
          <p:cNvSpPr txBox="1">
            <a:spLocks/>
          </p:cNvSpPr>
          <p:nvPr/>
        </p:nvSpPr>
        <p:spPr>
          <a:xfrm>
            <a:off x="1066800" y="6325755"/>
            <a:ext cx="5989637" cy="31259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a-DK" sz="1400" dirty="0">
                <a:latin typeface="Minion Pro"/>
              </a:rPr>
              <a:t>Lecture No:1 </a:t>
            </a:r>
            <a:r>
              <a:rPr lang="en-US" sz="1400" dirty="0">
                <a:latin typeface="Minion Pro"/>
              </a:rPr>
              <a:t>Basic Concepts of Object-Oriented Programming</a:t>
            </a:r>
            <a:endParaRPr lang="da-DK" sz="1400" dirty="0">
              <a:latin typeface="Minion Pro"/>
            </a:endParaRPr>
          </a:p>
        </p:txBody>
      </p:sp>
    </p:spTree>
    <p:extLst>
      <p:ext uri="{BB962C8B-B14F-4D97-AF65-F5344CB8AC3E}">
        <p14:creationId xmlns:p14="http://schemas.microsoft.com/office/powerpoint/2010/main" val="33134440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8">
            <a:extLst>
              <a:ext uri="{FF2B5EF4-FFF2-40B4-BE49-F238E27FC236}">
                <a16:creationId xmlns:a16="http://schemas.microsoft.com/office/drawing/2014/main" id="{881BC3BA-5ABC-46E0-93BE-AEFB5497797F}"/>
              </a:ext>
            </a:extLst>
          </p:cNvPr>
          <p:cNvSpPr txBox="1">
            <a:spLocks/>
          </p:cNvSpPr>
          <p:nvPr/>
        </p:nvSpPr>
        <p:spPr bwMode="auto">
          <a:xfrm>
            <a:off x="228600" y="1155700"/>
            <a:ext cx="8147844" cy="1785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a-DK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nion Pro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a-DK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nion Pro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nion Pro" pitchFamily="18" charset="0"/>
                <a:cs typeface="Arial" panose="020B0604020202020204" pitchFamily="34" charset="0"/>
              </a:rPr>
              <a:t>Lecture No: 2</a:t>
            </a:r>
          </a:p>
          <a:p>
            <a:pPr lvl="0" algn="just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200" b="1" dirty="0">
                <a:solidFill>
                  <a:prstClr val="white"/>
                </a:solidFill>
                <a:latin typeface="Minion Pro" pitchFamily="18" charset="0"/>
                <a:cs typeface="Arial" panose="020B0604020202020204" pitchFamily="34" charset="0"/>
              </a:rPr>
              <a:t>Need of OOP, Object Oriented Programming Paradigm</a:t>
            </a:r>
          </a:p>
        </p:txBody>
      </p:sp>
      <p:sp>
        <p:nvSpPr>
          <p:cNvPr id="4" name="Title 8">
            <a:extLst>
              <a:ext uri="{FF2B5EF4-FFF2-40B4-BE49-F238E27FC236}">
                <a16:creationId xmlns:a16="http://schemas.microsoft.com/office/drawing/2014/main" id="{1BC66BC6-261A-4E61-B9D2-BC13A1EF8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33375"/>
            <a:ext cx="8229600" cy="822325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Module No 1: Introduction to </a:t>
            </a:r>
            <a:r>
              <a:rPr lang="en-US" altLang="en-US" dirty="0"/>
              <a:t>OOP</a:t>
            </a:r>
            <a:endParaRPr lang="en-IN" altLang="en-US" sz="3200" dirty="0">
              <a:latin typeface="Source Sans Pro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11617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BDFEBB7-3AEF-4DC4-97D9-42F10706E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Need of OOP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5CA6A-8E77-4BF2-9DCD-2001DC0FBB4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96DB79F-FCFB-4D85-9918-43115AD8F6A4}" type="slidenum">
              <a:rPr lang="en-IN" altLang="en-US" smtClean="0"/>
              <a:pPr>
                <a:defRPr/>
              </a:pPr>
              <a:t>22</a:t>
            </a:fld>
            <a:endParaRPr lang="en-IN" altLang="en-US"/>
          </a:p>
        </p:txBody>
      </p:sp>
      <p:graphicFrame>
        <p:nvGraphicFramePr>
          <p:cNvPr id="7" name="Content Placeholder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085927"/>
              </p:ext>
            </p:extLst>
          </p:nvPr>
        </p:nvGraphicFramePr>
        <p:xfrm>
          <a:off x="467544" y="1196752"/>
          <a:ext cx="8352928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10F6D0CE-52C5-47D2-8252-7FAEB789DE68}"/>
              </a:ext>
            </a:extLst>
          </p:cNvPr>
          <p:cNvSpPr txBox="1">
            <a:spLocks/>
          </p:cNvSpPr>
          <p:nvPr/>
        </p:nvSpPr>
        <p:spPr>
          <a:xfrm>
            <a:off x="1020763" y="6408883"/>
            <a:ext cx="5761037" cy="3125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a-DK" sz="1400" dirty="0">
                <a:latin typeface="Minion Pro"/>
              </a:rPr>
              <a:t>Lecture No:2 </a:t>
            </a:r>
            <a:r>
              <a:rPr lang="en-US" sz="1400" dirty="0">
                <a:latin typeface="Minion Pro"/>
              </a:rPr>
              <a:t>Need of OOP, Object Oriented Programming Paradigm</a:t>
            </a:r>
          </a:p>
          <a:p>
            <a:pPr>
              <a:defRPr/>
            </a:pPr>
            <a:endParaRPr lang="da-DK" sz="1400" dirty="0">
              <a:latin typeface="Minion Pro"/>
            </a:endParaRPr>
          </a:p>
        </p:txBody>
      </p:sp>
    </p:spTree>
    <p:extLst>
      <p:ext uri="{BB962C8B-B14F-4D97-AF65-F5344CB8AC3E}">
        <p14:creationId xmlns:p14="http://schemas.microsoft.com/office/powerpoint/2010/main" val="13108075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67544" y="1268760"/>
          <a:ext cx="8352928" cy="45979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4579" name="Title 2"/>
          <p:cNvSpPr>
            <a:spLocks noGrp="1"/>
          </p:cNvSpPr>
          <p:nvPr>
            <p:ph type="title"/>
          </p:nvPr>
        </p:nvSpPr>
        <p:spPr>
          <a:xfrm>
            <a:off x="457200" y="333375"/>
            <a:ext cx="8229600" cy="822325"/>
          </a:xfrm>
        </p:spPr>
        <p:txBody>
          <a:bodyPr>
            <a:normAutofit/>
          </a:bodyPr>
          <a:lstStyle/>
          <a:p>
            <a:r>
              <a:rPr lang="en-IN" altLang="en-US" sz="2800" dirty="0"/>
              <a:t>Applications of OOP</a:t>
            </a:r>
          </a:p>
        </p:txBody>
      </p:sp>
      <p:sp>
        <p:nvSpPr>
          <p:cNvPr id="24581" name="Slide Number Placeholder 4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E8AB1F1-31BF-461C-8D98-82C3E24A742D}" type="slidenum">
              <a:rPr lang="en-IN" altLang="en-US" sz="1400" smtClean="0">
                <a:solidFill>
                  <a:srgbClr val="404040"/>
                </a:solidFill>
                <a:latin typeface="Minion Pro" pitchFamily="18" charset="0"/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IN" altLang="en-US" sz="1400">
              <a:solidFill>
                <a:srgbClr val="404040"/>
              </a:solidFill>
              <a:latin typeface="Minion Pro" pitchFamily="18" charset="0"/>
            </a:endParaRPr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10F6D0CE-52C5-47D2-8252-7FAEB789DE68}"/>
              </a:ext>
            </a:extLst>
          </p:cNvPr>
          <p:cNvSpPr txBox="1">
            <a:spLocks/>
          </p:cNvSpPr>
          <p:nvPr/>
        </p:nvSpPr>
        <p:spPr>
          <a:xfrm>
            <a:off x="1020763" y="6408883"/>
            <a:ext cx="5761037" cy="3125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a-DK" sz="1400" dirty="0">
                <a:latin typeface="Minion Pro"/>
              </a:rPr>
              <a:t>Lecture No:2 </a:t>
            </a:r>
            <a:r>
              <a:rPr lang="en-US" sz="1400" dirty="0">
                <a:latin typeface="Minion Pro"/>
              </a:rPr>
              <a:t>Need of OOP, Object Oriented Programming Paradigm</a:t>
            </a:r>
          </a:p>
          <a:p>
            <a:pPr>
              <a:defRPr/>
            </a:pPr>
            <a:endParaRPr lang="da-DK" sz="1400" dirty="0">
              <a:latin typeface="Minion Pro"/>
            </a:endParaRPr>
          </a:p>
        </p:txBody>
      </p:sp>
    </p:spTree>
    <p:extLst>
      <p:ext uri="{BB962C8B-B14F-4D97-AF65-F5344CB8AC3E}">
        <p14:creationId xmlns:p14="http://schemas.microsoft.com/office/powerpoint/2010/main" val="11382371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2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6627" name="Title 3"/>
          <p:cNvSpPr>
            <a:spLocks noGrp="1"/>
          </p:cNvSpPr>
          <p:nvPr>
            <p:ph type="title"/>
          </p:nvPr>
        </p:nvSpPr>
        <p:spPr>
          <a:xfrm>
            <a:off x="457200" y="333375"/>
            <a:ext cx="8229600" cy="822325"/>
          </a:xfrm>
        </p:spPr>
        <p:txBody>
          <a:bodyPr>
            <a:normAutofit/>
          </a:bodyPr>
          <a:lstStyle/>
          <a:p>
            <a:r>
              <a:rPr lang="en-IN" altLang="en-US" sz="2800" dirty="0"/>
              <a:t>Features of OOP </a:t>
            </a:r>
          </a:p>
        </p:txBody>
      </p:sp>
      <p:sp>
        <p:nvSpPr>
          <p:cNvPr id="26629" name="Slide Number Placeholder 5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4E5F0D1-FD02-43AF-A4B2-BD81C8C5EC23}" type="slidenum">
              <a:rPr lang="en-IN" altLang="en-US" sz="1400" smtClean="0">
                <a:solidFill>
                  <a:srgbClr val="404040"/>
                </a:solidFill>
                <a:latin typeface="Minion Pro" pitchFamily="18" charset="0"/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IN" altLang="en-US" sz="1400">
              <a:solidFill>
                <a:srgbClr val="404040"/>
              </a:solidFill>
              <a:latin typeface="Minion Pro" pitchFamily="18" charset="0"/>
            </a:endParaRP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10F6D0CE-52C5-47D2-8252-7FAEB789DE68}"/>
              </a:ext>
            </a:extLst>
          </p:cNvPr>
          <p:cNvSpPr txBox="1">
            <a:spLocks/>
          </p:cNvSpPr>
          <p:nvPr/>
        </p:nvSpPr>
        <p:spPr>
          <a:xfrm>
            <a:off x="1020763" y="6408883"/>
            <a:ext cx="5761037" cy="3125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a-DK" sz="1400" dirty="0">
                <a:latin typeface="Minion Pro"/>
              </a:rPr>
              <a:t>Lecture No:2 </a:t>
            </a:r>
            <a:r>
              <a:rPr lang="en-US" sz="1400" dirty="0">
                <a:latin typeface="Minion Pro"/>
              </a:rPr>
              <a:t>Need of OOP, Object Oriented Programming Paradigm</a:t>
            </a:r>
          </a:p>
          <a:p>
            <a:pPr>
              <a:defRPr/>
            </a:pPr>
            <a:endParaRPr lang="da-DK" sz="1400" dirty="0">
              <a:latin typeface="Minion Pro"/>
            </a:endParaRPr>
          </a:p>
        </p:txBody>
      </p:sp>
    </p:spTree>
    <p:extLst>
      <p:ext uri="{BB962C8B-B14F-4D97-AF65-F5344CB8AC3E}">
        <p14:creationId xmlns:p14="http://schemas.microsoft.com/office/powerpoint/2010/main" val="40403016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BDFEBB7-3AEF-4DC4-97D9-42F10706E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Object Oriented Paradigm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5CA6A-8E77-4BF2-9DCD-2001DC0FBB4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96DB79F-FCFB-4D85-9918-43115AD8F6A4}" type="slidenum">
              <a:rPr lang="en-IN" altLang="en-US" smtClean="0"/>
              <a:pPr>
                <a:defRPr/>
              </a:pPr>
              <a:t>25</a:t>
            </a:fld>
            <a:endParaRPr lang="en-IN" altLang="en-US"/>
          </a:p>
        </p:txBody>
      </p:sp>
      <p:pic>
        <p:nvPicPr>
          <p:cNvPr id="11" name="Picture 2" descr="Java OOPs Concepts - Javatpoint">
            <a:extLst>
              <a:ext uri="{FF2B5EF4-FFF2-40B4-BE49-F238E27FC236}">
                <a16:creationId xmlns:a16="http://schemas.microsoft.com/office/drawing/2014/main" id="{37CF35C0-93BC-47D8-B2F5-2F4487B05ED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256505"/>
            <a:ext cx="7086600" cy="4687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10F6D0CE-52C5-47D2-8252-7FAEB789DE68}"/>
              </a:ext>
            </a:extLst>
          </p:cNvPr>
          <p:cNvSpPr txBox="1">
            <a:spLocks/>
          </p:cNvSpPr>
          <p:nvPr/>
        </p:nvSpPr>
        <p:spPr>
          <a:xfrm>
            <a:off x="1020763" y="6408883"/>
            <a:ext cx="5761037" cy="3125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a-DK" sz="1400" dirty="0">
                <a:latin typeface="Minion Pro"/>
              </a:rPr>
              <a:t>Lecture No:2 </a:t>
            </a:r>
            <a:r>
              <a:rPr lang="en-US" sz="1400" dirty="0">
                <a:latin typeface="Minion Pro"/>
              </a:rPr>
              <a:t>Need of OOP, Object Oriented Programming Paradigm</a:t>
            </a:r>
          </a:p>
          <a:p>
            <a:pPr>
              <a:defRPr/>
            </a:pPr>
            <a:endParaRPr lang="da-DK" sz="1400" dirty="0">
              <a:latin typeface="Minion Pro"/>
            </a:endParaRPr>
          </a:p>
        </p:txBody>
      </p:sp>
    </p:spTree>
    <p:extLst>
      <p:ext uri="{BB962C8B-B14F-4D97-AF65-F5344CB8AC3E}">
        <p14:creationId xmlns:p14="http://schemas.microsoft.com/office/powerpoint/2010/main" val="27479921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BDFEBB7-3AEF-4DC4-97D9-42F10706E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Object Oriented Programming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5CA6A-8E77-4BF2-9DCD-2001DC0FBB4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96DB79F-FCFB-4D85-9918-43115AD8F6A4}" type="slidenum">
              <a:rPr lang="en-IN" altLang="en-US" smtClean="0"/>
              <a:pPr>
                <a:defRPr/>
              </a:pPr>
              <a:t>26</a:t>
            </a:fld>
            <a:endParaRPr lang="en-IN" alt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525963"/>
          </a:xfrm>
        </p:spPr>
        <p:txBody>
          <a:bodyPr>
            <a:normAutofit/>
          </a:bodyPr>
          <a:lstStyle/>
          <a:p>
            <a:r>
              <a:rPr lang="en-IN" sz="2400" dirty="0"/>
              <a:t>Classes</a:t>
            </a:r>
          </a:p>
          <a:p>
            <a:r>
              <a:rPr lang="en-IN" sz="2400" dirty="0"/>
              <a:t>Objects</a:t>
            </a:r>
          </a:p>
          <a:p>
            <a:r>
              <a:rPr lang="en-IN" sz="2400" dirty="0"/>
              <a:t>Abstraction</a:t>
            </a:r>
          </a:p>
          <a:p>
            <a:r>
              <a:rPr lang="en-IN" sz="2400" dirty="0"/>
              <a:t>Encapsulation</a:t>
            </a:r>
          </a:p>
          <a:p>
            <a:r>
              <a:rPr lang="en-IN" sz="2400" dirty="0"/>
              <a:t>Inheritance</a:t>
            </a:r>
          </a:p>
          <a:p>
            <a:r>
              <a:rPr lang="en-IN" sz="2400" dirty="0"/>
              <a:t>Polymorphism</a:t>
            </a:r>
          </a:p>
          <a:p>
            <a:r>
              <a:rPr lang="en-IN" sz="2400" dirty="0"/>
              <a:t>Dynamic Binding</a:t>
            </a:r>
          </a:p>
          <a:p>
            <a:r>
              <a:rPr lang="en-IN" sz="2400" dirty="0"/>
              <a:t>Message Passing</a:t>
            </a:r>
            <a:endParaRPr lang="en-GB" sz="2400" dirty="0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10F6D0CE-52C5-47D2-8252-7FAEB789DE68}"/>
              </a:ext>
            </a:extLst>
          </p:cNvPr>
          <p:cNvSpPr txBox="1">
            <a:spLocks/>
          </p:cNvSpPr>
          <p:nvPr/>
        </p:nvSpPr>
        <p:spPr>
          <a:xfrm>
            <a:off x="1020763" y="6408883"/>
            <a:ext cx="5761037" cy="3125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a-DK" sz="1400" dirty="0">
                <a:latin typeface="Minion Pro"/>
              </a:rPr>
              <a:t>Lecture No:2 </a:t>
            </a:r>
            <a:r>
              <a:rPr lang="en-US" sz="1400" dirty="0">
                <a:latin typeface="Minion Pro"/>
              </a:rPr>
              <a:t>Need of OOP, Object Oriented Programming Paradigm</a:t>
            </a:r>
          </a:p>
          <a:p>
            <a:pPr>
              <a:defRPr/>
            </a:pPr>
            <a:endParaRPr lang="da-DK" sz="1400" dirty="0">
              <a:latin typeface="Minion Pro"/>
            </a:endParaRPr>
          </a:p>
        </p:txBody>
      </p:sp>
    </p:spTree>
    <p:extLst>
      <p:ext uri="{BB962C8B-B14F-4D97-AF65-F5344CB8AC3E}">
        <p14:creationId xmlns:p14="http://schemas.microsoft.com/office/powerpoint/2010/main" val="26047884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61AC09D-32B2-4868-9CCC-056BC807D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Classes and Objects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D2E7DC-1CE4-4F4E-8601-62E00A5570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96DB79F-FCFB-4D85-9918-43115AD8F6A4}" type="slidenum">
              <a:rPr lang="en-IN" altLang="en-US" smtClean="0"/>
              <a:pPr>
                <a:defRPr/>
              </a:pPr>
              <a:t>27</a:t>
            </a:fld>
            <a:endParaRPr lang="en-IN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150615-6818-42D6-9D24-B6B7E8C7C276}"/>
              </a:ext>
            </a:extLst>
          </p:cNvPr>
          <p:cNvSpPr txBox="1"/>
          <p:nvPr/>
        </p:nvSpPr>
        <p:spPr>
          <a:xfrm>
            <a:off x="304800" y="1143001"/>
            <a:ext cx="50292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itchFamily="2" charset="2"/>
              <a:buChar char="Ø"/>
            </a:pPr>
            <a:r>
              <a:rPr lang="en-IN" sz="2000" b="1" dirty="0">
                <a:solidFill>
                  <a:srgbClr val="92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Classes</a:t>
            </a:r>
            <a:endParaRPr lang="en-GB" sz="2000" b="1" dirty="0">
              <a:solidFill>
                <a:srgbClr val="920000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3B3835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Basic building blocks OOP and a single entity which has data and operations on data together.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3B3835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Classes are user-defined data types and behave like the built-in types of a programming language.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2000" dirty="0">
              <a:solidFill>
                <a:srgbClr val="3B3835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285750" indent="-285750" algn="just">
              <a:buFont typeface="Wingdings" pitchFamily="2" charset="2"/>
              <a:buChar char="Ø"/>
            </a:pPr>
            <a:r>
              <a:rPr lang="en-IN" sz="2000" b="1" dirty="0">
                <a:solidFill>
                  <a:srgbClr val="92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Objects</a:t>
            </a:r>
            <a:endParaRPr lang="en-GB" sz="2000" b="1" dirty="0">
              <a:solidFill>
                <a:srgbClr val="920000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IN" sz="2000" dirty="0">
                <a:solidFill>
                  <a:srgbClr val="3B3835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  Objects are the basic run-time entities.</a:t>
            </a:r>
          </a:p>
          <a:p>
            <a:pPr marL="355600" indent="-355600" algn="just">
              <a:buFont typeface="Arial" pitchFamily="34" charset="0"/>
              <a:buChar char="•"/>
              <a:tabLst>
                <a:tab pos="355600" algn="l"/>
              </a:tabLst>
            </a:pPr>
            <a:r>
              <a:rPr lang="en-GB" sz="2000" dirty="0">
                <a:solidFill>
                  <a:srgbClr val="3B3835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The instances of a class which are            used in real functionality(properties and         methods)</a:t>
            </a:r>
          </a:p>
          <a:p>
            <a:pPr marL="355600" indent="-355600" algn="just">
              <a:buFont typeface="Arial" pitchFamily="34" charset="0"/>
              <a:buChar char="•"/>
              <a:tabLst>
                <a:tab pos="355600" algn="l"/>
              </a:tabLst>
            </a:pPr>
            <a:r>
              <a:rPr lang="en-IN" sz="2000" dirty="0">
                <a:solidFill>
                  <a:srgbClr val="3B3835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When a program is executed the objects interact by sending messages to one another.</a:t>
            </a:r>
            <a:endParaRPr lang="en-IN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12" name="Picture 8" descr="What is a Class?">
            <a:extLst>
              <a:ext uri="{FF2B5EF4-FFF2-40B4-BE49-F238E27FC236}">
                <a16:creationId xmlns:a16="http://schemas.microsoft.com/office/drawing/2014/main" id="{199B82C1-B306-45BC-A0FC-7BAC6C50F0A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10200" y="1295400"/>
            <a:ext cx="37338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10F6D0CE-52C5-47D2-8252-7FAEB789DE68}"/>
              </a:ext>
            </a:extLst>
          </p:cNvPr>
          <p:cNvSpPr txBox="1">
            <a:spLocks/>
          </p:cNvSpPr>
          <p:nvPr/>
        </p:nvSpPr>
        <p:spPr>
          <a:xfrm>
            <a:off x="1020763" y="6408883"/>
            <a:ext cx="5761037" cy="3125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a-DK" sz="1400" dirty="0">
                <a:latin typeface="Minion Pro"/>
              </a:rPr>
              <a:t>Lecture No:2 </a:t>
            </a:r>
            <a:r>
              <a:rPr lang="en-US" sz="1400" dirty="0">
                <a:latin typeface="Minion Pro"/>
              </a:rPr>
              <a:t>Need of OOP, Object Oriented Programming Paradigm</a:t>
            </a:r>
          </a:p>
          <a:p>
            <a:pPr>
              <a:defRPr/>
            </a:pPr>
            <a:endParaRPr lang="da-DK" sz="1400" dirty="0">
              <a:latin typeface="Minion Pro"/>
            </a:endParaRPr>
          </a:p>
        </p:txBody>
      </p:sp>
    </p:spTree>
    <p:extLst>
      <p:ext uri="{BB962C8B-B14F-4D97-AF65-F5344CB8AC3E}">
        <p14:creationId xmlns:p14="http://schemas.microsoft.com/office/powerpoint/2010/main" val="24834176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6EC165E-FC7F-43A5-BBA3-48B9820B7D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265237"/>
            <a:ext cx="4800600" cy="4525963"/>
          </a:xfrm>
        </p:spPr>
        <p:txBody>
          <a:bodyPr>
            <a:noAutofit/>
          </a:bodyPr>
          <a:lstStyle/>
          <a:p>
            <a:pPr algn="just"/>
            <a:r>
              <a:rPr lang="en-IN" sz="1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Abstraction refers to the act of representing essential features without including the background details or explanations.</a:t>
            </a:r>
          </a:p>
          <a:p>
            <a:pPr algn="just"/>
            <a:r>
              <a:rPr lang="en-GB" sz="1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Specifying what to do but not how to do.</a:t>
            </a:r>
          </a:p>
          <a:p>
            <a:pPr algn="just"/>
            <a:r>
              <a:rPr lang="en-GB" sz="1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It is a flexible feature for having a overall view of an object’s functionality.</a:t>
            </a:r>
            <a:endParaRPr lang="en-IN" sz="1800" b="0" i="0" dirty="0">
              <a:effectLst/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just"/>
            <a:r>
              <a:rPr lang="en-IN" sz="1800" b="0" i="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Classes use the concept of abstraction and are defined as a list of abstract attributes such as size, weight and cost, and functions to operate on these functions.</a:t>
            </a:r>
          </a:p>
          <a:p>
            <a:pPr algn="just"/>
            <a:r>
              <a:rPr lang="en-IN" sz="1800" b="0" i="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Since the classes use the concept of data abstraction, they are known as Abstract Data Types.</a:t>
            </a:r>
            <a:endParaRPr lang="en-IN" sz="18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08D6863-D221-497D-8682-291B3D2A9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Abstraction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2DBB01-943A-40C0-8F16-65433EA925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BE763E1-0DF8-425F-95D0-865E689DF149}" type="slidenum">
              <a:rPr lang="en-IN" altLang="en-US" smtClean="0"/>
              <a:pPr>
                <a:defRPr/>
              </a:pPr>
              <a:t>28</a:t>
            </a:fld>
            <a:endParaRPr lang="en-IN" altLang="en-US"/>
          </a:p>
        </p:txBody>
      </p:sp>
      <p:pic>
        <p:nvPicPr>
          <p:cNvPr id="7" name="Picture 2" descr="Abstraction in Java | Real Life Example of Abstraction in Java">
            <a:extLst>
              <a:ext uri="{FF2B5EF4-FFF2-40B4-BE49-F238E27FC236}">
                <a16:creationId xmlns:a16="http://schemas.microsoft.com/office/drawing/2014/main" id="{A221A82A-0CCA-41EB-8832-E5F1F05FA6D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1371600"/>
            <a:ext cx="3276600" cy="419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10F6D0CE-52C5-47D2-8252-7FAEB789DE68}"/>
              </a:ext>
            </a:extLst>
          </p:cNvPr>
          <p:cNvSpPr txBox="1">
            <a:spLocks/>
          </p:cNvSpPr>
          <p:nvPr/>
        </p:nvSpPr>
        <p:spPr>
          <a:xfrm>
            <a:off x="1020763" y="6408883"/>
            <a:ext cx="5761037" cy="3125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a-DK" sz="1400" dirty="0">
                <a:latin typeface="Minion Pro"/>
              </a:rPr>
              <a:t>Lecture No:2 </a:t>
            </a:r>
            <a:r>
              <a:rPr lang="en-US" sz="1400" dirty="0">
                <a:latin typeface="Minion Pro"/>
              </a:rPr>
              <a:t>Need of OOP, Object Oriented Programming Paradigm</a:t>
            </a:r>
          </a:p>
          <a:p>
            <a:pPr>
              <a:defRPr/>
            </a:pPr>
            <a:endParaRPr lang="da-DK" sz="1400" dirty="0">
              <a:latin typeface="Minion Pro"/>
            </a:endParaRPr>
          </a:p>
        </p:txBody>
      </p:sp>
    </p:spTree>
    <p:extLst>
      <p:ext uri="{BB962C8B-B14F-4D97-AF65-F5344CB8AC3E}">
        <p14:creationId xmlns:p14="http://schemas.microsoft.com/office/powerpoint/2010/main" val="30576088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C609FB0-D811-489B-8CF1-DEEB21F5DF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95401"/>
            <a:ext cx="8229600" cy="2819400"/>
          </a:xfrm>
        </p:spPr>
        <p:txBody>
          <a:bodyPr>
            <a:normAutofit/>
          </a:bodyPr>
          <a:lstStyle/>
          <a:p>
            <a:pPr algn="just"/>
            <a:r>
              <a:rPr lang="en-IN" sz="2000" b="0" i="0" dirty="0">
                <a:solidFill>
                  <a:srgbClr val="3B3835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The wrapping up of data and functions into a single unit is known as Encapsulation.</a:t>
            </a:r>
          </a:p>
          <a:p>
            <a:pPr algn="just"/>
            <a:r>
              <a:rPr lang="en-IN" sz="2000" b="0" i="0" dirty="0">
                <a:solidFill>
                  <a:srgbClr val="3B3835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The data is not accessible to the outside world and only those functions which are wrapped in the class can access it.</a:t>
            </a:r>
          </a:p>
          <a:p>
            <a:pPr algn="just"/>
            <a:r>
              <a:rPr lang="en-IN" sz="2000" b="0" i="0" dirty="0">
                <a:solidFill>
                  <a:srgbClr val="3B3835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This insulation of the data from direct access by the program is called data hiding or information hiding.</a:t>
            </a:r>
            <a:endParaRPr lang="en-IN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878541E-A363-4AE1-ABF9-F12A74FC2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Encapsulation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0D283A-71BF-4BAC-9A61-F381FD49FAF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BE763E1-0DF8-425F-95D0-865E689DF149}" type="slidenum">
              <a:rPr lang="en-IN" altLang="en-US" smtClean="0"/>
              <a:pPr>
                <a:defRPr/>
              </a:pPr>
              <a:t>29</a:t>
            </a:fld>
            <a:endParaRPr lang="en-IN" altLang="en-US"/>
          </a:p>
        </p:txBody>
      </p:sp>
      <p:pic>
        <p:nvPicPr>
          <p:cNvPr id="7" name="Picture 4" descr="Encapsulation in Java with Realtime Example and its Advantages ...">
            <a:extLst>
              <a:ext uri="{FF2B5EF4-FFF2-40B4-BE49-F238E27FC236}">
                <a16:creationId xmlns:a16="http://schemas.microsoft.com/office/drawing/2014/main" id="{1DE18629-A9F4-4E17-A6D3-486421DC2B2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143" b="16734"/>
          <a:stretch>
            <a:fillRect/>
          </a:stretch>
        </p:blipFill>
        <p:spPr bwMode="auto">
          <a:xfrm>
            <a:off x="2286000" y="3657600"/>
            <a:ext cx="43434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10F6D0CE-52C5-47D2-8252-7FAEB789DE68}"/>
              </a:ext>
            </a:extLst>
          </p:cNvPr>
          <p:cNvSpPr txBox="1">
            <a:spLocks/>
          </p:cNvSpPr>
          <p:nvPr/>
        </p:nvSpPr>
        <p:spPr>
          <a:xfrm>
            <a:off x="1020763" y="6408883"/>
            <a:ext cx="5761037" cy="3125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a-DK" sz="1400" dirty="0">
                <a:latin typeface="Minion Pro"/>
              </a:rPr>
              <a:t>Lecture No:2 </a:t>
            </a:r>
            <a:r>
              <a:rPr lang="en-US" sz="1400" dirty="0">
                <a:latin typeface="Minion Pro"/>
              </a:rPr>
              <a:t>Need of OOP, Object Oriented Programming Paradigm</a:t>
            </a:r>
          </a:p>
          <a:p>
            <a:pPr>
              <a:defRPr/>
            </a:pPr>
            <a:endParaRPr lang="da-DK" sz="1400" dirty="0">
              <a:latin typeface="Minion Pro"/>
            </a:endParaRPr>
          </a:p>
        </p:txBody>
      </p:sp>
    </p:spTree>
    <p:extLst>
      <p:ext uri="{BB962C8B-B14F-4D97-AF65-F5344CB8AC3E}">
        <p14:creationId xmlns:p14="http://schemas.microsoft.com/office/powerpoint/2010/main" val="12858788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FDD98C8-7EFB-4452-8B43-78FBB3E327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65237"/>
            <a:ext cx="4343400" cy="4525963"/>
          </a:xfrm>
        </p:spPr>
        <p:txBody>
          <a:bodyPr>
            <a:noAutofit/>
          </a:bodyPr>
          <a:lstStyle/>
          <a:p>
            <a:pPr algn="just"/>
            <a:r>
              <a:rPr lang="en-IN" sz="2000" b="0" i="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Inheritance is the process by which objects of one class acquire the properties of objects of another class.</a:t>
            </a:r>
          </a:p>
          <a:p>
            <a:pPr algn="just"/>
            <a:r>
              <a:rPr lang="en-IN" sz="2000" b="0" i="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The principle behind this sort of division is that each derived class shares common characteristics with the class from which it is derived.</a:t>
            </a:r>
          </a:p>
          <a:p>
            <a:pPr algn="just"/>
            <a:r>
              <a:rPr lang="en-IN" sz="2000" b="0" i="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In OOP the concept of inheritance provides the idea of reusability.</a:t>
            </a:r>
          </a:p>
          <a:p>
            <a:pPr algn="just"/>
            <a:r>
              <a:rPr lang="en-IN" sz="2000" b="0" i="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This means that we can add additional features to an existing class without modifying it.</a:t>
            </a:r>
            <a:endParaRPr lang="en-IN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66158C1-9166-4EBE-AE52-8961C9C62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Inheritance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B84DF3-8CCA-4B6B-9579-35C8822983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BE763E1-0DF8-425F-95D0-865E689DF149}" type="slidenum">
              <a:rPr lang="en-IN" altLang="en-US" smtClean="0"/>
              <a:pPr>
                <a:defRPr/>
              </a:pPr>
              <a:t>30</a:t>
            </a:fld>
            <a:endParaRPr lang="en-IN" altLang="en-US"/>
          </a:p>
        </p:txBody>
      </p:sp>
      <p:pic>
        <p:nvPicPr>
          <p:cNvPr id="7" name="Picture 6" descr="Kotlin Inheritance (With Examples)">
            <a:extLst>
              <a:ext uri="{FF2B5EF4-FFF2-40B4-BE49-F238E27FC236}">
                <a16:creationId xmlns:a16="http://schemas.microsoft.com/office/drawing/2014/main" id="{7A7EBA4B-4DFE-4A33-8654-74A4E5D0F1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2" y="1189037"/>
            <a:ext cx="3657598" cy="2392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Object Oriented Programming in Java | Java OOPs Concepts | Edureka">
            <a:extLst>
              <a:ext uri="{FF2B5EF4-FFF2-40B4-BE49-F238E27FC236}">
                <a16:creationId xmlns:a16="http://schemas.microsoft.com/office/drawing/2014/main" id="{A27FA11C-6D21-42C6-8C6C-461812D21A2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3811418"/>
            <a:ext cx="3047998" cy="1945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10F6D0CE-52C5-47D2-8252-7FAEB789DE68}"/>
              </a:ext>
            </a:extLst>
          </p:cNvPr>
          <p:cNvSpPr txBox="1">
            <a:spLocks/>
          </p:cNvSpPr>
          <p:nvPr/>
        </p:nvSpPr>
        <p:spPr>
          <a:xfrm>
            <a:off x="1020763" y="6408883"/>
            <a:ext cx="5761037" cy="3125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a-DK" sz="1400" dirty="0">
                <a:latin typeface="Minion Pro"/>
              </a:rPr>
              <a:t>Lecture No:2 </a:t>
            </a:r>
            <a:r>
              <a:rPr lang="en-US" sz="1400" dirty="0">
                <a:latin typeface="Minion Pro"/>
              </a:rPr>
              <a:t>Need of OOP, Object Oriented Programming Paradigm</a:t>
            </a:r>
          </a:p>
          <a:p>
            <a:pPr>
              <a:defRPr/>
            </a:pPr>
            <a:endParaRPr lang="da-DK" sz="1400" dirty="0">
              <a:latin typeface="Minion Pro"/>
            </a:endParaRPr>
          </a:p>
        </p:txBody>
      </p:sp>
    </p:spTree>
    <p:extLst>
      <p:ext uri="{BB962C8B-B14F-4D97-AF65-F5344CB8AC3E}">
        <p14:creationId xmlns:p14="http://schemas.microsoft.com/office/powerpoint/2010/main" val="24646193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69C005-BD12-471D-9427-3FC4D3A435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65237"/>
            <a:ext cx="4800600" cy="4525963"/>
          </a:xfrm>
        </p:spPr>
        <p:txBody>
          <a:bodyPr>
            <a:noAutofit/>
          </a:bodyPr>
          <a:lstStyle/>
          <a:p>
            <a:r>
              <a:rPr lang="en-IN" sz="2000" b="0" i="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Polymorphism means the ability to take more than one form.</a:t>
            </a:r>
          </a:p>
          <a:p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Multiple definitions for a single name.</a:t>
            </a:r>
            <a:endParaRPr lang="en-IN" sz="2000" b="0" i="0" dirty="0">
              <a:effectLst/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Functions with same name with different functionality</a:t>
            </a:r>
            <a:endParaRPr lang="en-IN" sz="2000" b="0" i="0" dirty="0">
              <a:effectLst/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IN" sz="2000" b="0" i="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That is an operation may exhibit different behaviours in different instances. </a:t>
            </a:r>
          </a:p>
          <a:p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saves time in investing many function names</a:t>
            </a:r>
            <a:endParaRPr lang="en-IN" sz="2000" b="0" i="0" dirty="0">
              <a:effectLst/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IN" sz="2000" b="0" i="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The behaviour depends upon the types of data used in the operation.</a:t>
            </a:r>
          </a:p>
          <a:p>
            <a:r>
              <a:rPr lang="en-IN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Operator and Function overloading</a:t>
            </a:r>
            <a:endParaRPr lang="en-IN" sz="2000" b="0" i="0" dirty="0">
              <a:effectLst/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IN" sz="2000" b="0" i="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 Example: Operation of addition.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B995519-9F91-4E0E-A4D1-22FB07C95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Polymorphism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D12465-DEB6-40E2-BEB3-18B4FE4451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BE763E1-0DF8-425F-95D0-865E689DF149}" type="slidenum">
              <a:rPr lang="en-IN" altLang="en-US" smtClean="0"/>
              <a:pPr>
                <a:defRPr/>
              </a:pPr>
              <a:t>31</a:t>
            </a:fld>
            <a:endParaRPr lang="en-IN" altLang="en-US"/>
          </a:p>
        </p:txBody>
      </p:sp>
      <p:pic>
        <p:nvPicPr>
          <p:cNvPr id="7" name="Picture 10" descr="Understanding Polymorphism with Real World examples - Studytonight">
            <a:extLst>
              <a:ext uri="{FF2B5EF4-FFF2-40B4-BE49-F238E27FC236}">
                <a16:creationId xmlns:a16="http://schemas.microsoft.com/office/drawing/2014/main" id="{938FF1ED-8954-4A41-95E3-76400367713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2133601"/>
            <a:ext cx="3581400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10F6D0CE-52C5-47D2-8252-7FAEB789DE68}"/>
              </a:ext>
            </a:extLst>
          </p:cNvPr>
          <p:cNvSpPr txBox="1">
            <a:spLocks/>
          </p:cNvSpPr>
          <p:nvPr/>
        </p:nvSpPr>
        <p:spPr>
          <a:xfrm>
            <a:off x="1020763" y="6408883"/>
            <a:ext cx="5761037" cy="3125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a-DK" sz="1400" dirty="0">
                <a:latin typeface="Minion Pro"/>
              </a:rPr>
              <a:t>Lecture No:2 </a:t>
            </a:r>
            <a:r>
              <a:rPr lang="en-US" sz="1400" dirty="0">
                <a:latin typeface="Minion Pro"/>
              </a:rPr>
              <a:t>Need of OOP, Object Oriented Programming Paradigm</a:t>
            </a:r>
          </a:p>
          <a:p>
            <a:pPr>
              <a:defRPr/>
            </a:pPr>
            <a:endParaRPr lang="da-DK" sz="1400" dirty="0">
              <a:latin typeface="Minion Pro"/>
            </a:endParaRPr>
          </a:p>
        </p:txBody>
      </p:sp>
    </p:spTree>
    <p:extLst>
      <p:ext uri="{BB962C8B-B14F-4D97-AF65-F5344CB8AC3E}">
        <p14:creationId xmlns:p14="http://schemas.microsoft.com/office/powerpoint/2010/main" val="9498698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FEB800F-79F0-442A-A5C7-68812888A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i="0" dirty="0">
                <a:solidFill>
                  <a:srgbClr val="920000"/>
                </a:solidFill>
                <a:effectLst/>
                <a:latin typeface="Minion Pro"/>
                <a:ea typeface="Source Sans Pro" panose="020B0503030403020204" pitchFamily="34" charset="0"/>
              </a:rPr>
              <a:t>Dynamic Binding</a:t>
            </a:r>
            <a:endParaRPr lang="en-IN" sz="2800" dirty="0">
              <a:solidFill>
                <a:srgbClr val="920000"/>
              </a:solidFill>
              <a:latin typeface="Minion Pro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02CE103-BBE7-4B63-88CA-D51192B2306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9750" y="1295400"/>
            <a:ext cx="8064500" cy="4032250"/>
          </a:xfrm>
        </p:spPr>
        <p:txBody>
          <a:bodyPr>
            <a:normAutofit/>
          </a:bodyPr>
          <a:lstStyle/>
          <a:p>
            <a:pPr algn="just"/>
            <a:r>
              <a:rPr lang="en-IN" sz="2000" b="0" i="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Dynamic binding refers to the linking of a procedure call to a specific sequence of code.</a:t>
            </a:r>
            <a:endParaRPr lang="en-IN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just"/>
            <a:r>
              <a:rPr lang="en-GB" sz="2000" dirty="0"/>
              <a:t>The code to be executed for a specific procedure call is not known until run-time. </a:t>
            </a:r>
          </a:p>
          <a:p>
            <a:pPr algn="just"/>
            <a:r>
              <a:rPr lang="en-GB" sz="2000" dirty="0"/>
              <a:t>Dynamic dispatch is generally used when multiple classes contain different implementations of the same method. </a:t>
            </a:r>
          </a:p>
          <a:p>
            <a:pPr algn="just"/>
            <a:r>
              <a:rPr lang="en-GB" sz="2000" dirty="0"/>
              <a:t>It provides a mechanism for selecting the function to be executed from various function alternatives at the run-time.</a:t>
            </a:r>
          </a:p>
          <a:p>
            <a:pPr algn="just"/>
            <a:r>
              <a:rPr lang="en-IN" sz="2000" b="0" i="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It is associated with </a:t>
            </a:r>
            <a:r>
              <a:rPr lang="en-IN" sz="2000" b="0" i="0" dirty="0">
                <a:solidFill>
                  <a:srgbClr val="A5002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polymorphism and inheritance.</a:t>
            </a:r>
          </a:p>
          <a:p>
            <a:pPr algn="just"/>
            <a:endParaRPr lang="en-I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521D5C-04FC-4D69-AE5A-E46CC570A8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E96DB79F-FCFB-4D85-9918-43115AD8F6A4}" type="slidenum">
              <a:rPr lang="en-IN" altLang="en-US" smtClean="0"/>
              <a:pPr>
                <a:defRPr/>
              </a:pPr>
              <a:t>32</a:t>
            </a:fld>
            <a:endParaRPr lang="en-IN" altLang="en-US"/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10F6D0CE-52C5-47D2-8252-7FAEB789DE68}"/>
              </a:ext>
            </a:extLst>
          </p:cNvPr>
          <p:cNvSpPr txBox="1">
            <a:spLocks/>
          </p:cNvSpPr>
          <p:nvPr/>
        </p:nvSpPr>
        <p:spPr>
          <a:xfrm>
            <a:off x="1020763" y="6408883"/>
            <a:ext cx="5761037" cy="3125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a-DK" sz="1400" dirty="0">
                <a:latin typeface="Minion Pro"/>
              </a:rPr>
              <a:t>Lecture No:2 </a:t>
            </a:r>
            <a:r>
              <a:rPr lang="en-US" sz="1400" dirty="0">
                <a:latin typeface="Minion Pro"/>
              </a:rPr>
              <a:t>Need of OOP, Object Oriented Programming Paradigm</a:t>
            </a:r>
          </a:p>
          <a:p>
            <a:pPr>
              <a:defRPr/>
            </a:pPr>
            <a:endParaRPr lang="da-DK" sz="1400" dirty="0">
              <a:latin typeface="Minion Pro"/>
            </a:endParaRPr>
          </a:p>
        </p:txBody>
      </p:sp>
    </p:spTree>
    <p:extLst>
      <p:ext uri="{BB962C8B-B14F-4D97-AF65-F5344CB8AC3E}">
        <p14:creationId xmlns:p14="http://schemas.microsoft.com/office/powerpoint/2010/main" val="12368074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F0DF55-37B5-48EE-96FD-E0CC37F7F2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19200"/>
            <a:ext cx="4495800" cy="4800600"/>
          </a:xfrm>
        </p:spPr>
        <p:txBody>
          <a:bodyPr>
            <a:noAutofit/>
          </a:bodyPr>
          <a:lstStyle/>
          <a:p>
            <a:pPr algn="just"/>
            <a:r>
              <a:rPr lang="en-IN" sz="2000" b="0" i="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Object communicate with one another by sending and receiving information much the same way as people pass message to one another.</a:t>
            </a:r>
          </a:p>
          <a:p>
            <a:pPr algn="just"/>
            <a:endParaRPr lang="en-IN" sz="2000" b="0" i="0" dirty="0">
              <a:effectLst/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just"/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Objects communicates through invoking methods and sending data to them.</a:t>
            </a:r>
          </a:p>
          <a:p>
            <a:pPr algn="just"/>
            <a:endParaRPr lang="en-GB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just"/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This feature of sending and receiving information among objects through function parameters is known as Message Passing.</a:t>
            </a:r>
            <a:endParaRPr lang="en-IN" sz="2000" b="0" i="0" dirty="0">
              <a:effectLst/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just"/>
            <a:endParaRPr lang="en-IN" sz="200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F82B653-28BB-4792-8E94-840D9BD1A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i="0" dirty="0">
                <a:solidFill>
                  <a:srgbClr val="920000"/>
                </a:solidFill>
                <a:effectLst/>
                <a:latin typeface="Minion Pro"/>
                <a:ea typeface="Source Sans Pro" panose="020B0503030403020204" pitchFamily="34" charset="0"/>
              </a:rPr>
              <a:t>Message Communication</a:t>
            </a:r>
            <a:endParaRPr lang="en-IN" sz="2800" dirty="0">
              <a:solidFill>
                <a:srgbClr val="920000"/>
              </a:solidFill>
              <a:latin typeface="Minion Pro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4ABC39-BB47-495D-81F5-54F7F7A666D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BE763E1-0DF8-425F-95D0-865E689DF149}" type="slidenum">
              <a:rPr lang="en-IN" altLang="en-US" smtClean="0"/>
              <a:pPr>
                <a:defRPr/>
              </a:pPr>
              <a:t>33</a:t>
            </a:fld>
            <a:endParaRPr lang="en-IN" altLang="en-US"/>
          </a:p>
        </p:txBody>
      </p:sp>
      <p:pic>
        <p:nvPicPr>
          <p:cNvPr id="2054" name="Picture 6" descr="Message Passing · Ruby Basics">
            <a:extLst>
              <a:ext uri="{FF2B5EF4-FFF2-40B4-BE49-F238E27FC236}">
                <a16:creationId xmlns:a16="http://schemas.microsoft.com/office/drawing/2014/main" id="{5213E7C1-D490-4B3C-91EA-CB950608D5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1600200"/>
            <a:ext cx="3886200" cy="327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10F6D0CE-52C5-47D2-8252-7FAEB789DE68}"/>
              </a:ext>
            </a:extLst>
          </p:cNvPr>
          <p:cNvSpPr txBox="1">
            <a:spLocks/>
          </p:cNvSpPr>
          <p:nvPr/>
        </p:nvSpPr>
        <p:spPr>
          <a:xfrm>
            <a:off x="1020763" y="6408883"/>
            <a:ext cx="5761037" cy="3125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a-DK" sz="1400" dirty="0">
                <a:latin typeface="Minion Pro"/>
              </a:rPr>
              <a:t>Lecture No:2 </a:t>
            </a:r>
            <a:r>
              <a:rPr lang="en-US" sz="1400" dirty="0">
                <a:latin typeface="Minion Pro"/>
              </a:rPr>
              <a:t>Need of OOP, Object Oriented Programming Paradigm</a:t>
            </a:r>
          </a:p>
          <a:p>
            <a:pPr>
              <a:defRPr/>
            </a:pPr>
            <a:endParaRPr lang="da-DK" sz="1400" dirty="0">
              <a:latin typeface="Minion Pro"/>
            </a:endParaRPr>
          </a:p>
        </p:txBody>
      </p:sp>
    </p:spTree>
    <p:extLst>
      <p:ext uri="{BB962C8B-B14F-4D97-AF65-F5344CB8AC3E}">
        <p14:creationId xmlns:p14="http://schemas.microsoft.com/office/powerpoint/2010/main" val="17693219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8">
            <a:extLst>
              <a:ext uri="{FF2B5EF4-FFF2-40B4-BE49-F238E27FC236}">
                <a16:creationId xmlns:a16="http://schemas.microsoft.com/office/drawing/2014/main" id="{881BC3BA-5ABC-46E0-93BE-AEFB5497797F}"/>
              </a:ext>
            </a:extLst>
          </p:cNvPr>
          <p:cNvSpPr txBox="1">
            <a:spLocks/>
          </p:cNvSpPr>
          <p:nvPr/>
        </p:nvSpPr>
        <p:spPr bwMode="auto">
          <a:xfrm>
            <a:off x="228600" y="1155700"/>
            <a:ext cx="8147844" cy="1785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a-DK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nion Pro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a-DK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nion Pro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nion Pro" pitchFamily="18" charset="0"/>
                <a:cs typeface="Arial" panose="020B0604020202020204" pitchFamily="34" charset="0"/>
              </a:rPr>
              <a:t>Lecture No: </a:t>
            </a:r>
            <a:r>
              <a:rPr lang="da-DK" sz="3200" b="1" dirty="0">
                <a:solidFill>
                  <a:prstClr val="white"/>
                </a:solidFill>
                <a:latin typeface="Minion Pro" pitchFamily="18" charset="0"/>
                <a:cs typeface="Arial" panose="020B0604020202020204" pitchFamily="34" charset="0"/>
              </a:rPr>
              <a:t>3</a:t>
            </a:r>
            <a:endParaRPr kumimoji="0" lang="da-DK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nion Pro" pitchFamily="18" charset="0"/>
              <a:cs typeface="Arial" panose="020B0604020202020204" pitchFamily="34" charset="0"/>
            </a:endParaRPr>
          </a:p>
          <a:p>
            <a:pPr lvl="0" algn="just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200" b="1" dirty="0">
                <a:solidFill>
                  <a:prstClr val="white"/>
                </a:solidFill>
                <a:latin typeface="Minion Pro" pitchFamily="18" charset="0"/>
                <a:cs typeface="Arial" panose="020B0604020202020204" pitchFamily="34" charset="0"/>
              </a:rPr>
              <a:t>Benefits of OOP, Introduction to OOP languages : C++ and Java</a:t>
            </a:r>
          </a:p>
        </p:txBody>
      </p:sp>
      <p:sp>
        <p:nvSpPr>
          <p:cNvPr id="4" name="Title 8">
            <a:extLst>
              <a:ext uri="{FF2B5EF4-FFF2-40B4-BE49-F238E27FC236}">
                <a16:creationId xmlns:a16="http://schemas.microsoft.com/office/drawing/2014/main" id="{1BC66BC6-261A-4E61-B9D2-BC13A1EF8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33375"/>
            <a:ext cx="8229600" cy="822325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Module No 1: Introduction to </a:t>
            </a:r>
            <a:r>
              <a:rPr lang="en-US" altLang="en-US" dirty="0"/>
              <a:t>OOP</a:t>
            </a:r>
            <a:endParaRPr lang="en-IN" altLang="en-US" sz="3200" dirty="0">
              <a:latin typeface="Source Sans Pro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15522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BA61137-40E3-43F7-8B66-F9D06492F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Benefits of OOP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14B284-7810-4FBC-B3CB-541970EED5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96DB79F-FCFB-4D85-9918-43115AD8F6A4}" type="slidenum">
              <a:rPr lang="en-IN" altLang="en-US" smtClean="0"/>
              <a:pPr>
                <a:defRPr/>
              </a:pPr>
              <a:t>35</a:t>
            </a:fld>
            <a:endParaRPr lang="en-IN" altLang="en-US"/>
          </a:p>
        </p:txBody>
      </p:sp>
      <p:pic>
        <p:nvPicPr>
          <p:cNvPr id="6" name="Picture 2" descr="OOPs Concepts in Java | Advantage &amp; Application - Scientech Easy">
            <a:extLst>
              <a:ext uri="{FF2B5EF4-FFF2-40B4-BE49-F238E27FC236}">
                <a16:creationId xmlns:a16="http://schemas.microsoft.com/office/drawing/2014/main" id="{F3066D2B-2F54-49AA-AE73-A30B1DB3F7B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1" t="7606" r="4494" b="15513"/>
          <a:stretch>
            <a:fillRect/>
          </a:stretch>
        </p:blipFill>
        <p:spPr bwMode="auto">
          <a:xfrm>
            <a:off x="762000" y="1371600"/>
            <a:ext cx="77724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10F6D0CE-52C5-47D2-8252-7FAEB789DE68}"/>
              </a:ext>
            </a:extLst>
          </p:cNvPr>
          <p:cNvSpPr txBox="1">
            <a:spLocks/>
          </p:cNvSpPr>
          <p:nvPr/>
        </p:nvSpPr>
        <p:spPr>
          <a:xfrm>
            <a:off x="1020763" y="6408883"/>
            <a:ext cx="5761037" cy="3125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a-DK" sz="1400" dirty="0">
                <a:latin typeface="Minion Pro"/>
              </a:rPr>
              <a:t>Lecture No:3 </a:t>
            </a:r>
            <a:r>
              <a:rPr lang="en-US" sz="1400" dirty="0">
                <a:latin typeface="Minion Pro"/>
              </a:rPr>
              <a:t>Benefits of OOP, Introduction to OOP languages : C++ and Java</a:t>
            </a:r>
          </a:p>
          <a:p>
            <a:pPr>
              <a:defRPr/>
            </a:pPr>
            <a:endParaRPr lang="da-DK" sz="1400" dirty="0">
              <a:latin typeface="Minion Pro"/>
            </a:endParaRPr>
          </a:p>
        </p:txBody>
      </p:sp>
    </p:spTree>
    <p:extLst>
      <p:ext uri="{BB962C8B-B14F-4D97-AF65-F5344CB8AC3E}">
        <p14:creationId xmlns:p14="http://schemas.microsoft.com/office/powerpoint/2010/main" val="41930349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24A5E69-831C-47C3-BEB7-AF58476672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19200"/>
            <a:ext cx="4572000" cy="4525963"/>
          </a:xfrm>
        </p:spPr>
        <p:txBody>
          <a:bodyPr>
            <a:noAutofit/>
          </a:bodyPr>
          <a:lstStyle/>
          <a:p>
            <a:pPr algn="just"/>
            <a:r>
              <a:rPr lang="en-US" sz="2000" dirty="0">
                <a:latin typeface="Source Sans Pro"/>
              </a:rPr>
              <a:t>Developed by </a:t>
            </a:r>
            <a:r>
              <a:rPr lang="en-US" sz="2000" dirty="0" err="1">
                <a:latin typeface="Source Sans Pro"/>
              </a:rPr>
              <a:t>Bjarne</a:t>
            </a:r>
            <a:r>
              <a:rPr lang="en-US" sz="2000" dirty="0">
                <a:latin typeface="Source Sans Pro"/>
              </a:rPr>
              <a:t> </a:t>
            </a:r>
            <a:r>
              <a:rPr lang="en-US" sz="2000" dirty="0" err="1">
                <a:latin typeface="Source Sans Pro"/>
              </a:rPr>
              <a:t>Stroustrup</a:t>
            </a:r>
            <a:r>
              <a:rPr lang="en-US" sz="2000" dirty="0">
                <a:latin typeface="Source Sans Pro"/>
              </a:rPr>
              <a:t> in 1979.</a:t>
            </a:r>
          </a:p>
          <a:p>
            <a:pPr algn="just"/>
            <a:r>
              <a:rPr lang="en-IN" sz="2000" dirty="0">
                <a:solidFill>
                  <a:srgbClr val="000000"/>
                </a:solidFill>
                <a:latin typeface="Source Sans Pro"/>
                <a:ea typeface="Source Sans Pro" panose="020B0503030403020204" pitchFamily="34" charset="0"/>
              </a:rPr>
              <a:t>an extension / superset of C language.</a:t>
            </a:r>
          </a:p>
          <a:p>
            <a:pPr algn="just"/>
            <a:r>
              <a:rPr lang="en-IN" sz="2000" dirty="0">
                <a:solidFill>
                  <a:srgbClr val="000000"/>
                </a:solidFill>
                <a:latin typeface="Source Sans Pro"/>
                <a:ea typeface="Source Sans Pro" panose="020B0503030403020204" pitchFamily="34" charset="0"/>
              </a:rPr>
              <a:t>Supports both procedural and object oriented paradigm</a:t>
            </a:r>
          </a:p>
          <a:p>
            <a:pPr algn="just"/>
            <a:r>
              <a:rPr lang="en-IN" sz="2000" b="0" i="0" dirty="0">
                <a:solidFill>
                  <a:srgbClr val="000000"/>
                </a:solidFill>
                <a:effectLst/>
                <a:latin typeface="Source Sans Pro"/>
                <a:ea typeface="Source Sans Pro" panose="020B0503030403020204" pitchFamily="34" charset="0"/>
              </a:rPr>
              <a:t>The prime purpose of C++ programming was to add </a:t>
            </a:r>
            <a:r>
              <a:rPr lang="en-IN" sz="2000" b="1" i="0" dirty="0">
                <a:solidFill>
                  <a:srgbClr val="A50021"/>
                </a:solidFill>
                <a:effectLst/>
                <a:latin typeface="Source Sans Pro"/>
                <a:ea typeface="Source Sans Pro" panose="020B0503030403020204" pitchFamily="34" charset="0"/>
              </a:rPr>
              <a:t>object orientation 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Source Sans Pro"/>
                <a:ea typeface="Source Sans Pro" panose="020B0503030403020204" pitchFamily="34" charset="0"/>
              </a:rPr>
              <a:t>to the C programming language</a:t>
            </a:r>
            <a:r>
              <a:rPr lang="en-IN" sz="2000" dirty="0">
                <a:solidFill>
                  <a:srgbClr val="000000"/>
                </a:solidFill>
                <a:latin typeface="Source Sans Pro"/>
                <a:ea typeface="Source Sans Pro" panose="020B0503030403020204" pitchFamily="34" charset="0"/>
              </a:rPr>
              <a:t>.</a:t>
            </a:r>
          </a:p>
          <a:p>
            <a:pPr algn="just"/>
            <a:r>
              <a:rPr lang="en-IN" sz="2000" b="0" i="0" dirty="0">
                <a:solidFill>
                  <a:srgbClr val="000000"/>
                </a:solidFill>
                <a:effectLst/>
                <a:latin typeface="Source Sans Pro"/>
                <a:ea typeface="Source Sans Pro" panose="020B0503030403020204" pitchFamily="34" charset="0"/>
              </a:rPr>
              <a:t>While designing C++ modules, we try to see whole world in the form of objects.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D09DCD5-ABB3-4394-86C3-315A66680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OOP: C++ Language</a:t>
            </a:r>
            <a:endParaRPr lang="en-IN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B4314C-B77E-4D5D-AE21-B3AC8A2C9C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96DB79F-FCFB-4D85-9918-43115AD8F6A4}" type="slidenum">
              <a:rPr lang="en-IN" altLang="en-US" smtClean="0"/>
              <a:pPr>
                <a:defRPr/>
              </a:pPr>
              <a:t>36</a:t>
            </a:fld>
            <a:endParaRPr lang="en-IN" alt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A380917-BE3E-44AD-A5E1-2A46C187399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381973423"/>
              </p:ext>
            </p:extLst>
          </p:nvPr>
        </p:nvGraphicFramePr>
        <p:xfrm>
          <a:off x="5257800" y="1752600"/>
          <a:ext cx="4038600" cy="5181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Left Brace 7"/>
          <p:cNvSpPr/>
          <p:nvPr/>
        </p:nvSpPr>
        <p:spPr>
          <a:xfrm>
            <a:off x="5105400" y="2133600"/>
            <a:ext cx="762000" cy="304800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10F6D0CE-52C5-47D2-8252-7FAEB789DE68}"/>
              </a:ext>
            </a:extLst>
          </p:cNvPr>
          <p:cNvSpPr txBox="1">
            <a:spLocks/>
          </p:cNvSpPr>
          <p:nvPr/>
        </p:nvSpPr>
        <p:spPr>
          <a:xfrm>
            <a:off x="1020763" y="6408883"/>
            <a:ext cx="5761037" cy="3125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a-DK" sz="1400" dirty="0">
                <a:latin typeface="Minion Pro"/>
              </a:rPr>
              <a:t>Lecture No:3 </a:t>
            </a:r>
            <a:r>
              <a:rPr lang="en-US" sz="1400" dirty="0">
                <a:latin typeface="Minion Pro"/>
              </a:rPr>
              <a:t>Benefits of OOP, Introduction to OOP languages : C++ and Java</a:t>
            </a:r>
          </a:p>
          <a:p>
            <a:pPr>
              <a:defRPr/>
            </a:pPr>
            <a:endParaRPr lang="da-DK" sz="1400" dirty="0">
              <a:latin typeface="Minion Pro"/>
            </a:endParaRPr>
          </a:p>
        </p:txBody>
      </p:sp>
    </p:spTree>
    <p:extLst>
      <p:ext uri="{BB962C8B-B14F-4D97-AF65-F5344CB8AC3E}">
        <p14:creationId xmlns:p14="http://schemas.microsoft.com/office/powerpoint/2010/main" val="3051071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  <p:bldP spid="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8C8A50A-908E-48B4-A57A-AA3EF007E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Difference Between C and C++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E27915-FBCF-4890-AE6E-BFBDB2DA4E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96DB79F-FCFB-4D85-9918-43115AD8F6A4}" type="slidenum">
              <a:rPr lang="en-IN" altLang="en-US" smtClean="0"/>
              <a:pPr>
                <a:defRPr/>
              </a:pPr>
              <a:t>37</a:t>
            </a:fld>
            <a:endParaRPr lang="en-IN" altLang="en-US"/>
          </a:p>
        </p:txBody>
      </p:sp>
      <p:pic>
        <p:nvPicPr>
          <p:cNvPr id="2052" name="Picture 4" descr="Difference between C and C++ | Oops concepts, Object oriented ...">
            <a:extLst>
              <a:ext uri="{FF2B5EF4-FFF2-40B4-BE49-F238E27FC236}">
                <a16:creationId xmlns:a16="http://schemas.microsoft.com/office/drawing/2014/main" id="{FF7082ED-2E61-493D-AA88-944A6949E34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855" y="1155238"/>
            <a:ext cx="7486289" cy="4567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10F6D0CE-52C5-47D2-8252-7FAEB789DE68}"/>
              </a:ext>
            </a:extLst>
          </p:cNvPr>
          <p:cNvSpPr txBox="1">
            <a:spLocks/>
          </p:cNvSpPr>
          <p:nvPr/>
        </p:nvSpPr>
        <p:spPr>
          <a:xfrm>
            <a:off x="1020763" y="6408883"/>
            <a:ext cx="5761037" cy="3125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a-DK" sz="1400" dirty="0">
                <a:latin typeface="Minion Pro"/>
              </a:rPr>
              <a:t>Lecture No:3 </a:t>
            </a:r>
            <a:r>
              <a:rPr lang="en-US" sz="1400" dirty="0">
                <a:latin typeface="Minion Pro"/>
              </a:rPr>
              <a:t>Benefits of OOP, Introduction to OOP languages : C++ and Java</a:t>
            </a:r>
          </a:p>
          <a:p>
            <a:pPr>
              <a:defRPr/>
            </a:pPr>
            <a:endParaRPr lang="da-DK" sz="1400" dirty="0">
              <a:latin typeface="Minion Pro"/>
            </a:endParaRPr>
          </a:p>
        </p:txBody>
      </p:sp>
    </p:spTree>
    <p:extLst>
      <p:ext uri="{BB962C8B-B14F-4D97-AF65-F5344CB8AC3E}">
        <p14:creationId xmlns:p14="http://schemas.microsoft.com/office/powerpoint/2010/main" val="12047538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BDFEBB7-3AEF-4DC4-97D9-42F10706E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OOP: Java Language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5CA6A-8E77-4BF2-9DCD-2001DC0FBB4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96DB79F-FCFB-4D85-9918-43115AD8F6A4}" type="slidenum">
              <a:rPr lang="en-IN" altLang="en-US" smtClean="0"/>
              <a:pPr>
                <a:defRPr/>
              </a:pPr>
              <a:t>38</a:t>
            </a:fld>
            <a:endParaRPr lang="en-IN" altLang="en-US"/>
          </a:p>
        </p:txBody>
      </p:sp>
      <p:sp>
        <p:nvSpPr>
          <p:cNvPr id="10" name="Content Placeholder 1"/>
          <p:cNvSpPr>
            <a:spLocks noGrp="1"/>
          </p:cNvSpPr>
          <p:nvPr>
            <p:ph idx="1"/>
          </p:nvPr>
        </p:nvSpPr>
        <p:spPr>
          <a:xfrm>
            <a:off x="468313" y="1341438"/>
            <a:ext cx="8229600" cy="4525962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When we consider a Java program, it can be defined as a collection of objects that communicate via invoking each other's.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b="1" dirty="0"/>
              <a:t>Object</a:t>
            </a:r>
            <a:r>
              <a:rPr lang="en-US" dirty="0"/>
              <a:t> − Objects have states and behaviors. Example: A dog has states - color, name, breed as well as behaviors - wagging, barking, eating. An object is an instance of a class.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b="1" dirty="0"/>
              <a:t>Class</a:t>
            </a:r>
            <a:r>
              <a:rPr lang="en-US" dirty="0"/>
              <a:t> − A class can be defined as a template/blueprint that describes the behaviors/states that object of its type support.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b="1" dirty="0"/>
              <a:t>Methods</a:t>
            </a:r>
            <a:r>
              <a:rPr lang="en-US" dirty="0"/>
              <a:t> − A method is basically a behavior. A class can contain many methods. It is in methods where the logics are written, data is manipulated and all the actions are executed.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b="1" dirty="0"/>
              <a:t>Instance Variables</a:t>
            </a:r>
            <a:r>
              <a:rPr lang="en-US" dirty="0"/>
              <a:t> − Each object has its unique set of instance variables. An object's state is created by the values assigned to these instance variables.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10F6D0CE-52C5-47D2-8252-7FAEB789DE68}"/>
              </a:ext>
            </a:extLst>
          </p:cNvPr>
          <p:cNvSpPr txBox="1">
            <a:spLocks/>
          </p:cNvSpPr>
          <p:nvPr/>
        </p:nvSpPr>
        <p:spPr>
          <a:xfrm>
            <a:off x="1020763" y="6408883"/>
            <a:ext cx="5761037" cy="3125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a-DK" sz="1400" dirty="0">
                <a:latin typeface="Minion Pro"/>
              </a:rPr>
              <a:t>Lecture No:3 </a:t>
            </a:r>
            <a:r>
              <a:rPr lang="en-US" sz="1400" dirty="0">
                <a:latin typeface="Minion Pro"/>
              </a:rPr>
              <a:t>Benefits of OOP, Introduction to OOP languages : C++ and Java</a:t>
            </a:r>
          </a:p>
          <a:p>
            <a:pPr>
              <a:defRPr/>
            </a:pPr>
            <a:endParaRPr lang="da-DK" sz="1400" dirty="0">
              <a:latin typeface="Minion Pro"/>
            </a:endParaRPr>
          </a:p>
        </p:txBody>
      </p:sp>
    </p:spTree>
    <p:extLst>
      <p:ext uri="{BB962C8B-B14F-4D97-AF65-F5344CB8AC3E}">
        <p14:creationId xmlns:p14="http://schemas.microsoft.com/office/powerpoint/2010/main" val="11213417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8C8A50A-908E-48B4-A57A-AA3EF007E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Difference Between C++ and Java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E27915-FBCF-4890-AE6E-BFBDB2DA4E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96DB79F-FCFB-4D85-9918-43115AD8F6A4}" type="slidenum">
              <a:rPr lang="en-IN" altLang="en-US" smtClean="0"/>
              <a:pPr>
                <a:defRPr/>
              </a:pPr>
              <a:t>39</a:t>
            </a:fld>
            <a:endParaRPr lang="en-IN" alt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600" y="1295400"/>
          <a:ext cx="8218490" cy="4558658"/>
        </p:xfrm>
        <a:graphic>
          <a:graphicData uri="http://schemas.openxmlformats.org/drawingml/2006/table">
            <a:tbl>
              <a:tblPr/>
              <a:tblGrid>
                <a:gridCol w="4109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09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6923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FFFFFF"/>
                          </a:solidFill>
                          <a:effectLst/>
                        </a:rPr>
                        <a:t>Java</a:t>
                      </a:r>
                    </a:p>
                  </a:txBody>
                  <a:tcPr marL="42141" marR="42141" marT="63212" marB="6321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8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FFFFFF"/>
                          </a:solidFill>
                          <a:effectLst/>
                        </a:rPr>
                        <a:t>C++</a:t>
                      </a:r>
                    </a:p>
                  </a:txBody>
                  <a:tcPr marL="42141" marR="42141" marT="63212" marB="6321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8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056">
                <a:tc>
                  <a:txBody>
                    <a:bodyPr/>
                    <a:lstStyle/>
                    <a:p>
                      <a:r>
                        <a:rPr lang="en-IN" sz="1400" dirty="0">
                          <a:effectLst/>
                        </a:rPr>
                        <a:t>Java doesn't support Pointer concept</a:t>
                      </a:r>
                    </a:p>
                  </a:txBody>
                  <a:tcPr marL="42141" marR="42141" marT="42141" marB="4214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</a:rPr>
                        <a:t>It support pointer concept.</a:t>
                      </a:r>
                    </a:p>
                  </a:txBody>
                  <a:tcPr marL="42141" marR="42141" marT="42141" marB="4214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056"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It doesn't support multiple inheritances.</a:t>
                      </a:r>
                    </a:p>
                  </a:txBody>
                  <a:tcPr marL="42141" marR="42141" marT="42141" marB="4214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</a:rPr>
                        <a:t>It support multiple inheritance</a:t>
                      </a:r>
                    </a:p>
                  </a:txBody>
                  <a:tcPr marL="42141" marR="42141" marT="42141" marB="4214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056"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Java does not include structures or unions.</a:t>
                      </a:r>
                    </a:p>
                  </a:txBody>
                  <a:tcPr marL="42141" marR="42141" marT="42141" marB="4214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It have structure and union concept.</a:t>
                      </a:r>
                    </a:p>
                  </a:txBody>
                  <a:tcPr marL="42141" marR="42141" marT="42141" marB="4214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056">
                <a:tc>
                  <a:txBody>
                    <a:bodyPr/>
                    <a:lstStyle/>
                    <a:p>
                      <a:r>
                        <a:rPr lang="en-IN" sz="1400" dirty="0">
                          <a:effectLst/>
                        </a:rPr>
                        <a:t>Java includes automatic garbage collection.</a:t>
                      </a:r>
                    </a:p>
                  </a:txBody>
                  <a:tcPr marL="42141" marR="42141" marT="42141" marB="4214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C++ requires explicit memory management</a:t>
                      </a:r>
                    </a:p>
                  </a:txBody>
                  <a:tcPr marL="42141" marR="42141" marT="42141" marB="4214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5730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Java has method overloading, but no operator overloading.</a:t>
                      </a:r>
                    </a:p>
                  </a:txBody>
                  <a:tcPr marL="42141" marR="42141" marT="42141" marB="4214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C++ supports both method overloading and operator overloading.</a:t>
                      </a:r>
                    </a:p>
                  </a:txBody>
                  <a:tcPr marL="42141" marR="42141" marT="42141" marB="4214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056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It is platform independent programming language</a:t>
                      </a:r>
                    </a:p>
                  </a:txBody>
                  <a:tcPr marL="42141" marR="42141" marT="42141" marB="4214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It is platform dependent programming language.</a:t>
                      </a:r>
                    </a:p>
                  </a:txBody>
                  <a:tcPr marL="42141" marR="42141" marT="42141" marB="4214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6404"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It is mainly used for design web based application but also use for develop desktop application.</a:t>
                      </a:r>
                    </a:p>
                  </a:txBody>
                  <a:tcPr marL="42141" marR="42141" marT="42141" marB="4214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It is used for design only desktop application like OS, Compiler etc.</a:t>
                      </a:r>
                    </a:p>
                  </a:txBody>
                  <a:tcPr marL="42141" marR="42141" marT="42141" marB="4214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5056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Java uses compiler and interpreter both</a:t>
                      </a:r>
                    </a:p>
                  </a:txBody>
                  <a:tcPr marL="42141" marR="42141" marT="42141" marB="4214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effectLst/>
                        </a:rPr>
                        <a:t>C++ use only Compiler.</a:t>
                      </a:r>
                    </a:p>
                  </a:txBody>
                  <a:tcPr marL="42141" marR="42141" marT="42141" marB="4214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86404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Java is high level programming language in java we write code like simple English language.</a:t>
                      </a:r>
                    </a:p>
                  </a:txBody>
                  <a:tcPr marL="42141" marR="42141" marT="42141" marB="4214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C++ is more nearer to hardware then Java</a:t>
                      </a:r>
                    </a:p>
                  </a:txBody>
                  <a:tcPr marL="42141" marR="42141" marT="42141" marB="4214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10F6D0CE-52C5-47D2-8252-7FAEB789DE68}"/>
              </a:ext>
            </a:extLst>
          </p:cNvPr>
          <p:cNvSpPr txBox="1">
            <a:spLocks/>
          </p:cNvSpPr>
          <p:nvPr/>
        </p:nvSpPr>
        <p:spPr>
          <a:xfrm>
            <a:off x="1020763" y="6408883"/>
            <a:ext cx="5761037" cy="3125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a-DK" sz="1400" dirty="0">
                <a:latin typeface="Minion Pro"/>
              </a:rPr>
              <a:t>Lecture No:3 </a:t>
            </a:r>
            <a:r>
              <a:rPr lang="en-US" sz="1400" dirty="0">
                <a:latin typeface="Minion Pro"/>
              </a:rPr>
              <a:t>Benefits of OOP, Introduction to OOP languages : C++ and Java</a:t>
            </a:r>
          </a:p>
          <a:p>
            <a:pPr>
              <a:defRPr/>
            </a:pPr>
            <a:endParaRPr lang="da-DK" sz="1400" dirty="0">
              <a:latin typeface="Minion Pro"/>
            </a:endParaRPr>
          </a:p>
        </p:txBody>
      </p:sp>
    </p:spTree>
    <p:extLst>
      <p:ext uri="{BB962C8B-B14F-4D97-AF65-F5344CB8AC3E}">
        <p14:creationId xmlns:p14="http://schemas.microsoft.com/office/powerpoint/2010/main" val="6346198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F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Content Placeholder 4">
            <a:extLst>
              <a:ext uri="{FF2B5EF4-FFF2-40B4-BE49-F238E27FC236}">
                <a16:creationId xmlns:a16="http://schemas.microsoft.com/office/drawing/2014/main" id="{34A3D36F-CEB7-4555-8252-5C84DB58AE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908175" y="3789363"/>
            <a:ext cx="5165725" cy="576262"/>
          </a:xfrm>
        </p:spPr>
        <p:txBody>
          <a:bodyPr/>
          <a:lstStyle/>
          <a:p>
            <a:pPr eaLnBrk="1" hangingPunct="1"/>
            <a:r>
              <a:rPr lang="en-US" altLang="en-US" sz="4800">
                <a:solidFill>
                  <a:schemeClr val="bg1"/>
                </a:solidFill>
              </a:rPr>
              <a:t>Thank You</a:t>
            </a:r>
            <a:endParaRPr lang="en-IN" altLang="en-US" sz="48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5898</TotalTime>
  <Words>2646</Words>
  <Application>Microsoft Office PowerPoint</Application>
  <PresentationFormat>On-screen Show (4:3)</PresentationFormat>
  <Paragraphs>441</Paragraphs>
  <Slides>40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40</vt:i4>
      </vt:variant>
    </vt:vector>
  </HeadingPairs>
  <TitlesOfParts>
    <vt:vector size="49" baseType="lpstr">
      <vt:lpstr>Arial</vt:lpstr>
      <vt:lpstr>Calibri</vt:lpstr>
      <vt:lpstr>Minion Pro</vt:lpstr>
      <vt:lpstr>Source Sans Pro</vt:lpstr>
      <vt:lpstr>Times New Roman</vt:lpstr>
      <vt:lpstr>Wingdings</vt:lpstr>
      <vt:lpstr>1_Office Theme</vt:lpstr>
      <vt:lpstr>2_Office Theme</vt:lpstr>
      <vt:lpstr>Office Theme</vt:lpstr>
      <vt:lpstr>PowerPoint Presentation</vt:lpstr>
      <vt:lpstr>Index </vt:lpstr>
      <vt:lpstr>Course Schema</vt:lpstr>
      <vt:lpstr>Course Schema</vt:lpstr>
      <vt:lpstr> Course Objectives </vt:lpstr>
      <vt:lpstr>Course Outcomes</vt:lpstr>
      <vt:lpstr>Module No 1: Introduction to OOP</vt:lpstr>
      <vt:lpstr>Introduction to Programming</vt:lpstr>
      <vt:lpstr>Hierarchy of Programming Languages</vt:lpstr>
      <vt:lpstr>Why to Learn High Level Languages</vt:lpstr>
      <vt:lpstr>Programming  Approaches</vt:lpstr>
      <vt:lpstr>Procedural Programming</vt:lpstr>
      <vt:lpstr>Structure of Procedure-oriented Programming</vt:lpstr>
      <vt:lpstr>Structured Programming Approach</vt:lpstr>
      <vt:lpstr>Advantages of Structured Programming</vt:lpstr>
      <vt:lpstr>Disadvantages of Structured Programming</vt:lpstr>
      <vt:lpstr>Object Oriented Approach</vt:lpstr>
      <vt:lpstr>Object-Oriented Programming</vt:lpstr>
      <vt:lpstr>Procedural vs Object oriented programming</vt:lpstr>
      <vt:lpstr>Difference between Structured and Object Oriented Approach</vt:lpstr>
      <vt:lpstr>Module No 1: Introduction to OOP</vt:lpstr>
      <vt:lpstr>Need of OOP</vt:lpstr>
      <vt:lpstr>Applications of OOP</vt:lpstr>
      <vt:lpstr>Features of OOP </vt:lpstr>
      <vt:lpstr>Object Oriented Paradigm</vt:lpstr>
      <vt:lpstr>Object Oriented Programming</vt:lpstr>
      <vt:lpstr>Classes and Objects</vt:lpstr>
      <vt:lpstr>Abstraction</vt:lpstr>
      <vt:lpstr>Encapsulation</vt:lpstr>
      <vt:lpstr>Inheritance</vt:lpstr>
      <vt:lpstr>Polymorphism</vt:lpstr>
      <vt:lpstr>Dynamic Binding</vt:lpstr>
      <vt:lpstr>Message Communication</vt:lpstr>
      <vt:lpstr>Module No 1: Introduction to OOP</vt:lpstr>
      <vt:lpstr>Benefits of OOP</vt:lpstr>
      <vt:lpstr>OOP: C++ Language</vt:lpstr>
      <vt:lpstr>Difference Between C and C++</vt:lpstr>
      <vt:lpstr>OOP: Java Language</vt:lpstr>
      <vt:lpstr>Difference Between C++ and Java</vt:lpstr>
      <vt:lpstr>PowerPoint Presentation</vt:lpstr>
    </vt:vector>
  </TitlesOfParts>
  <Company>by adguard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Preet chandan Kaur</cp:lastModifiedBy>
  <cp:revision>99</cp:revision>
  <dcterms:created xsi:type="dcterms:W3CDTF">2020-08-01T09:43:53Z</dcterms:created>
  <dcterms:modified xsi:type="dcterms:W3CDTF">2025-07-18T04:00:45Z</dcterms:modified>
</cp:coreProperties>
</file>